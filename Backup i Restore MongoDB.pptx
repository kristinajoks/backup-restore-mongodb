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5" r:id="rId5"/>
    <p:sldId id="267" r:id="rId6"/>
    <p:sldId id="268" r:id="rId7"/>
    <p:sldId id="269" r:id="rId8"/>
    <p:sldId id="274" r:id="rId9"/>
    <p:sldId id="270" r:id="rId10"/>
    <p:sldId id="271" r:id="rId11"/>
    <p:sldId id="273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19-Nov-25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0F75-F756-435D-80FE-163DFBF5C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6580" y="3588389"/>
            <a:ext cx="6422225" cy="2268559"/>
          </a:xfrm>
        </p:spPr>
        <p:txBody>
          <a:bodyPr>
            <a:normAutofit/>
          </a:bodyPr>
          <a:lstStyle/>
          <a:p>
            <a:pPr marL="0" marR="0" indent="457200" algn="ctr">
              <a:spcBef>
                <a:spcPts val="0"/>
              </a:spcBef>
              <a:spcAft>
                <a:spcPts val="200"/>
              </a:spcAft>
            </a:pPr>
            <a:r>
              <a:rPr lang="en-US" sz="2500" b="1" kern="14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Backup/ Restore MongoDB </a:t>
            </a:r>
            <a:r>
              <a:rPr lang="en-US" sz="2500" b="1" kern="1400" spc="-5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sz="2500" b="1" kern="14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kern="1400" spc="-5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endParaRPr lang="en-US" sz="25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0245B-6087-4112-9543-A4AC6659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103" y="2242917"/>
            <a:ext cx="2143125" cy="2143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F3C787-A8E3-40F5-921E-9E2EE1A35A19}"/>
              </a:ext>
            </a:extLst>
          </p:cNvPr>
          <p:cNvSpPr txBox="1"/>
          <p:nvPr/>
        </p:nvSpPr>
        <p:spPr>
          <a:xfrm>
            <a:off x="1292376" y="5764453"/>
            <a:ext cx="303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Kristina Joksimović 1805</a:t>
            </a:r>
          </a:p>
        </p:txBody>
      </p:sp>
    </p:spTree>
    <p:extLst>
      <p:ext uri="{BB962C8B-B14F-4D97-AF65-F5344CB8AC3E}">
        <p14:creationId xmlns:p14="http://schemas.microsoft.com/office/powerpoint/2010/main" val="222019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320C-3A4E-43C6-BA40-12BBC42C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žaj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D40A1-7426-45E9-AD58-6703B602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733334"/>
            <a:ext cx="7796540" cy="3997828"/>
          </a:xfrm>
        </p:spPr>
        <p:txBody>
          <a:bodyPr>
            <a:normAutofit/>
          </a:bodyPr>
          <a:lstStyle/>
          <a:p>
            <a:pPr algn="just"/>
            <a:r>
              <a:rPr lang="en-US" sz="1800" dirty="0" err="1"/>
              <a:t>Uvod</a:t>
            </a:r>
            <a:endParaRPr lang="en-US" sz="1800" dirty="0"/>
          </a:p>
          <a:p>
            <a:pPr algn="just"/>
            <a:r>
              <a:rPr lang="en-US" sz="1800" dirty="0" err="1"/>
              <a:t>Padovi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oporavak</a:t>
            </a:r>
            <a:endParaRPr lang="en-US" sz="1800" dirty="0"/>
          </a:p>
          <a:p>
            <a:pPr algn="just"/>
            <a:r>
              <a:rPr lang="en-US" sz="1800" dirty="0"/>
              <a:t>MongoDB</a:t>
            </a:r>
          </a:p>
          <a:p>
            <a:pPr algn="just"/>
            <a:r>
              <a:rPr lang="en-US" sz="1800" dirty="0" err="1"/>
              <a:t>Načini</a:t>
            </a:r>
            <a:r>
              <a:rPr lang="en-US" sz="1800" dirty="0"/>
              <a:t> </a:t>
            </a:r>
            <a:r>
              <a:rPr lang="en-US" sz="1800" dirty="0" err="1"/>
              <a:t>oporavka</a:t>
            </a:r>
            <a:r>
              <a:rPr lang="en-US" sz="1800" dirty="0"/>
              <a:t> u MongoDB</a:t>
            </a:r>
          </a:p>
          <a:p>
            <a:pPr algn="just"/>
            <a:r>
              <a:rPr lang="en-US" sz="1800" dirty="0" err="1"/>
              <a:t>Pregled</a:t>
            </a: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885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6530-1DD2-40E7-82D4-C14ECC82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7C668-3BEB-4106-A5B5-2504761B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823" y="1885286"/>
            <a:ext cx="6598337" cy="3357834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Padovi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sastavni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današnjih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baza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podataka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Pad: </a:t>
            </a:r>
          </a:p>
          <a:p>
            <a:pPr lvl="1" algn="just"/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Transakcije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logička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greška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izuzetak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Sistema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fizički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problemi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nestanak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struje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greška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OS 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Medija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kvar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ili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korupcija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diska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ACID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svojstva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transakcije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43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58DA-4161-4783-9A2B-202B4DFB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Oporavak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504C-5060-4AEB-B8BC-6E70524DD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640" y="1346670"/>
            <a:ext cx="7499639" cy="4240398"/>
          </a:xfrm>
        </p:spPr>
        <p:txBody>
          <a:bodyPr>
            <a:noAutofit/>
          </a:bodyPr>
          <a:lstStyle/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Akcije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normalnog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funkcionisanja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akcije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</a:t>
            </a: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Pomoćne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rezervna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kopija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(backup)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datoteka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Commit/ Abort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ogging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ARIES: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REDO, UNDO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(Recovery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(Recovery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88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9462-06E4-45C4-8C67-62C2FF5C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451F-1708-4E04-AFEB-41E93FC52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862" y="1555206"/>
            <a:ext cx="5271114" cy="4494738"/>
          </a:xfrm>
        </p:spPr>
        <p:txBody>
          <a:bodyPr>
            <a:normAutofit/>
          </a:bodyPr>
          <a:lstStyle/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Bekap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čuvanje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Potpuni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cele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baze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</a:p>
          <a:p>
            <a:pPr lvl="1" algn="just"/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Inkrementalni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izmena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nakon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poslednjeg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bekapa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Diferencijalni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izmene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od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poslednjeg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potpunog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bekapa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WiredTiger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storage </a:t>
            </a:r>
          </a:p>
          <a:p>
            <a:pPr algn="just"/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2C7F8-A337-4A1B-BE64-1B63CB689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520" y="1660603"/>
            <a:ext cx="3909225" cy="428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4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DF96-D5AB-4FC8-A4D6-00F52C1A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Načini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oporavka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15C4E-D4D2-4C85-AE01-D07574D64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672" y="1885285"/>
            <a:ext cx="3674563" cy="3578141"/>
          </a:xfrm>
        </p:spPr>
        <p:txBody>
          <a:bodyPr>
            <a:normAutofit/>
          </a:bodyPr>
          <a:lstStyle/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Četiri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porodice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Cloud/ Ops Manager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Mongodump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fajl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Mongodump and other MondoDB backup options.">
            <a:extLst>
              <a:ext uri="{FF2B5EF4-FFF2-40B4-BE49-F238E27FC236}">
                <a16:creationId xmlns:a16="http://schemas.microsoft.com/office/drawing/2014/main" id="{552887FC-1B52-41BE-8E69-2521B1FA129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27" y="1946122"/>
            <a:ext cx="3558301" cy="2965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848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C4F2-4056-41AA-814B-587055A8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2731979" cy="107722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Atlas 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3A4C-2AA4-4FAF-9108-1BE23622D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806" y="1505587"/>
            <a:ext cx="5867061" cy="3997828"/>
          </a:xfrm>
        </p:spPr>
        <p:txBody>
          <a:bodyPr>
            <a:normAutofit lnSpcReduction="10000"/>
          </a:bodyPr>
          <a:lstStyle/>
          <a:p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Kreiranje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snimka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tj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beleženje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trenutnog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stanja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klastera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podaci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+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podešavanja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Sekundarni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čvor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inkrementalni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snapshot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</a:rPr>
              <a:t>Cloud Backup</a:t>
            </a:r>
          </a:p>
          <a:p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</a:rPr>
              <a:t>Continuous Cloud Backup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– PITR (Point In Time Recovery) ,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čuva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se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oplog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za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oporavak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tačno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vreme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Oporavkom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upravlja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Atlas,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nema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potrebe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za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dodatnom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orkestracijom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Nedostupni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za M0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67E48-9A9C-4B93-B3A3-8E02846F18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10417" y="808056"/>
            <a:ext cx="2018665" cy="4173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7490B0-6093-43C3-8C92-D57DA8591146}"/>
              </a:ext>
            </a:extLst>
          </p:cNvPr>
          <p:cNvPicPr/>
          <p:nvPr/>
        </p:nvPicPr>
        <p:blipFill rotWithShape="1">
          <a:blip r:embed="rId3"/>
          <a:srcRect t="1346" b="937"/>
          <a:stretch/>
        </p:blipFill>
        <p:spPr bwMode="auto">
          <a:xfrm>
            <a:off x="9774159" y="803611"/>
            <a:ext cx="2056130" cy="4178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94E06F-9FF0-4C19-920E-4E5FACBC0CBB}"/>
              </a:ext>
            </a:extLst>
          </p:cNvPr>
          <p:cNvSpPr txBox="1"/>
          <p:nvPr/>
        </p:nvSpPr>
        <p:spPr>
          <a:xfrm>
            <a:off x="7613480" y="4981911"/>
            <a:ext cx="552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Single-Region		vs	Multi-Region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Cluster Backup</a:t>
            </a:r>
          </a:p>
        </p:txBody>
      </p:sp>
    </p:spTree>
    <p:extLst>
      <p:ext uri="{BB962C8B-B14F-4D97-AF65-F5344CB8AC3E}">
        <p14:creationId xmlns:p14="http://schemas.microsoft.com/office/powerpoint/2010/main" val="402053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72B1-A955-4393-BCC9-C98B835B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417" y="711991"/>
            <a:ext cx="7958331" cy="107722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Cloud/ Ops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20C2-65C5-463A-BBE6-79D2369A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632" y="4184555"/>
            <a:ext cx="7471760" cy="2274967"/>
          </a:xfrm>
        </p:spPr>
        <p:txBody>
          <a:bodyPr>
            <a:no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Samostalna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orkestracija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podršku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hostovanog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bekap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nadzor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automatizaciju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Manager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upravlja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instancama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god da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pokrenute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Ops Manager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pruža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mogućnost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pokretanja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sopstvenoj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4D1D1-2816-4519-81AE-A767DD78F1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303" y="1322077"/>
            <a:ext cx="6372225" cy="2703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3D0F8-EF58-4AA1-B83C-9A7C9B5877D5}"/>
              </a:ext>
            </a:extLst>
          </p:cNvPr>
          <p:cNvSpPr txBox="1"/>
          <p:nvPr/>
        </p:nvSpPr>
        <p:spPr>
          <a:xfrm>
            <a:off x="8808440" y="2248250"/>
            <a:ext cx="166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Manager</a:t>
            </a:r>
          </a:p>
        </p:txBody>
      </p:sp>
    </p:spTree>
    <p:extLst>
      <p:ext uri="{BB962C8B-B14F-4D97-AF65-F5344CB8AC3E}">
        <p14:creationId xmlns:p14="http://schemas.microsoft.com/office/powerpoint/2010/main" val="216678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72B1-A955-4393-BCC9-C98B835B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fajl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20C2-65C5-463A-BBE6-79D2369A9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346670"/>
            <a:ext cx="7111032" cy="3351165"/>
          </a:xfrm>
        </p:spPr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Fizički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oporavak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pomoću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snapshot-a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Zamrzavanje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bez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prolazak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Checkpoints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obuhvatiti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datoteku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podržava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PITR</a:t>
            </a:r>
          </a:p>
        </p:txBody>
      </p:sp>
    </p:spTree>
    <p:extLst>
      <p:ext uri="{BB962C8B-B14F-4D97-AF65-F5344CB8AC3E}">
        <p14:creationId xmlns:p14="http://schemas.microsoft.com/office/powerpoint/2010/main" val="294000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49F0-B5BA-4429-9315-CA1DDA9E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Mongodump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mongorestore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3A20-4CD4-493A-84A5-0D7996A50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229" y="1573943"/>
            <a:ext cx="7457964" cy="2301771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Logička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kopija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okruženja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Granularnost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pogodan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selektivni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oporavak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migracije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Ponovna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izgradnja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indeksa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oporavku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podrazumevano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2840E-D312-4FB3-96EF-E22E45330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85" y="4185674"/>
            <a:ext cx="4677428" cy="819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2452AD-A055-4E34-B519-1D68F620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79" y="5319095"/>
            <a:ext cx="674464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9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D232-5D01-47B7-A9A2-8757040C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6DA1-EB96-4284-AFC7-15383F6B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982" y="1582332"/>
            <a:ext cx="7796540" cy="399782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Izbor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osnovu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performansi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Nizak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RTO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kratko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vreme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oporavka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fizički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snapshot</a:t>
            </a:r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Nizak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RPO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mali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gubitak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podataka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često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omogućen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PITR – Atlas Continuous Cloud, Cloud/ Ops Manager</a:t>
            </a:r>
          </a:p>
          <a:p>
            <a:pPr algn="just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Mala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operativna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složenost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rešenja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koja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pružaju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orkestraciju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(Atlas Backup)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jednostavne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komande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mongodump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mongorestore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Samostalne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instance – snapshot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fajl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Sistema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ili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mongodump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/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mongorestore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klasteri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kombinovanje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Testiranje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bekapa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51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22C8-EB91-49E8-8CFA-144314FA9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030" y="3428998"/>
            <a:ext cx="5518066" cy="2268559"/>
          </a:xfrm>
        </p:spPr>
        <p:txBody>
          <a:bodyPr/>
          <a:lstStyle/>
          <a:p>
            <a:r>
              <a:rPr lang="en-US" dirty="0" err="1"/>
              <a:t>Hvala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  <a:endParaRPr lang="en-US" dirty="0"/>
          </a:p>
        </p:txBody>
      </p:sp>
      <p:pic>
        <p:nvPicPr>
          <p:cNvPr id="1026" name="Picture 2" descr="Download MongoDB Community Server | MongoDB">
            <a:extLst>
              <a:ext uri="{FF2B5EF4-FFF2-40B4-BE49-F238E27FC236}">
                <a16:creationId xmlns:a16="http://schemas.microsoft.com/office/drawing/2014/main" id="{612047F8-EB91-492C-AAE5-4663B122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165946" y="1761185"/>
            <a:ext cx="6858000" cy="33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450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{80584868-D802-4B00-8B28-916AEA5BAE00}TF37254b02-f5b5-44b0-803d-e6af9466a024d8712c6d-28d3f990fef7</Template>
  <TotalTime>391</TotalTime>
  <Words>379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 Light</vt:lpstr>
      <vt:lpstr>MS Shell Dlg 2</vt:lpstr>
      <vt:lpstr>Times New Roman</vt:lpstr>
      <vt:lpstr>Wingdings</vt:lpstr>
      <vt:lpstr>Wingdings 3</vt:lpstr>
      <vt:lpstr>Madison</vt:lpstr>
      <vt:lpstr>Backup/ Restore MongoDB baze podataka</vt:lpstr>
      <vt:lpstr>Sadržaj</vt:lpstr>
      <vt:lpstr>Uvod</vt:lpstr>
      <vt:lpstr>Oporavak</vt:lpstr>
      <vt:lpstr>MongoDB</vt:lpstr>
      <vt:lpstr>Načini oporavka u MongoDB</vt:lpstr>
      <vt:lpstr>Atlas Backup</vt:lpstr>
      <vt:lpstr>Cloud/ Ops Manager</vt:lpstr>
      <vt:lpstr>Snapshot fajl sistema</vt:lpstr>
      <vt:lpstr>Mongodump/ mongorestore</vt:lpstr>
      <vt:lpstr>Pregled</vt:lpstr>
      <vt:lpstr>Hvala na pažnji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i organizacija indeksa kod MongoDB baze podataka </dc:title>
  <dc:creator>anita.al1711@gmail.com</dc:creator>
  <cp:lastModifiedBy>Kristina Joksimović</cp:lastModifiedBy>
  <cp:revision>198</cp:revision>
  <dcterms:created xsi:type="dcterms:W3CDTF">2025-11-13T13:27:34Z</dcterms:created>
  <dcterms:modified xsi:type="dcterms:W3CDTF">2025-11-19T00:08:20Z</dcterms:modified>
</cp:coreProperties>
</file>