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sldIdLst>
    <p:sldId id="256" r:id="rId2"/>
    <p:sldId id="258" r:id="rId3"/>
    <p:sldId id="257" r:id="rId4"/>
    <p:sldId id="265" r:id="rId5"/>
    <p:sldId id="267" r:id="rId6"/>
    <p:sldId id="268" r:id="rId7"/>
    <p:sldId id="269" r:id="rId8"/>
    <p:sldId id="274" r:id="rId9"/>
    <p:sldId id="270" r:id="rId10"/>
    <p:sldId id="271" r:id="rId11"/>
    <p:sldId id="273" r:id="rId12"/>
    <p:sldId id="275" r:id="rId13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87" autoAdjust="0"/>
    <p:restoredTop sz="94660"/>
  </p:normalViewPr>
  <p:slideViewPr>
    <p:cSldViewPr snapToGrid="0">
      <p:cViewPr varScale="1">
        <p:scale>
          <a:sx n="76" d="100"/>
          <a:sy n="76" d="100"/>
        </p:scale>
        <p:origin x="260" y="6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1007533" y="0"/>
            <a:ext cx="7934348" cy="6858000"/>
          </a:xfrm>
          <a:prstGeom prst="rect">
            <a:avLst/>
          </a:prstGeom>
          <a:solidFill>
            <a:schemeClr val="bg2">
              <a:alpha val="92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8941881" y="0"/>
            <a:ext cx="27432" cy="68580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611808" y="3428998"/>
            <a:ext cx="5518066" cy="2268559"/>
          </a:xfrm>
        </p:spPr>
        <p:txBody>
          <a:bodyPr anchor="t">
            <a:normAutofit/>
          </a:bodyPr>
          <a:lstStyle>
            <a:lvl1pPr algn="r"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772274" y="2268786"/>
            <a:ext cx="5357600" cy="1160213"/>
          </a:xfrm>
        </p:spPr>
        <p:txBody>
          <a:bodyPr tIns="0" anchor="b">
            <a:normAutofit/>
          </a:bodyPr>
          <a:lstStyle>
            <a:lvl1pPr marL="0" indent="0" algn="r">
              <a:buNone/>
              <a:defRPr sz="1800" b="0">
                <a:solidFill>
                  <a:schemeClr val="tx1"/>
                </a:solidFill>
              </a:defRPr>
            </a:lvl1pPr>
            <a:lvl2pPr marL="457200" indent="0" algn="ctr">
              <a:buNone/>
              <a:defRPr sz="18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B3A824-1A51-4B26-AD58-A6D8E14F6C04}" type="datetimeFigureOut">
              <a:rPr lang="en-US" dirty="0"/>
              <a:t>14-Nov-25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
              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 rIns="45720"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  <p:sp>
        <p:nvSpPr>
          <p:cNvPr id="13" name="TextBox 12"/>
          <p:cNvSpPr txBox="1"/>
          <p:nvPr/>
        </p:nvSpPr>
        <p:spPr>
          <a:xfrm>
            <a:off x="2191282" y="3262852"/>
            <a:ext cx="41563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2400" dirty="0">
                <a:solidFill>
                  <a:schemeClr val="accent6"/>
                </a:solidFill>
                <a:latin typeface="Wingdings 3" panose="05040102010807070707" pitchFamily="18" charset="2"/>
              </a:rPr>
              <a:t>z</a:t>
            </a:r>
            <a:endParaRPr lang="en-US" sz="2400" dirty="0">
              <a:solidFill>
                <a:schemeClr val="accent6"/>
              </a:solidFill>
              <a:latin typeface="MS Shell Dlg 2" panose="020B0604030504040204" pitchFamily="34" charset="0"/>
            </a:endParaRP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Rectangle 28"/>
          <p:cNvSpPr/>
          <p:nvPr/>
        </p:nvSpPr>
        <p:spPr>
          <a:xfrm>
            <a:off x="1004479" y="0"/>
            <a:ext cx="10372316" cy="6858000"/>
          </a:xfrm>
          <a:prstGeom prst="rect">
            <a:avLst/>
          </a:prstGeom>
          <a:solidFill>
            <a:schemeClr val="bg2">
              <a:alpha val="92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11377328" y="0"/>
            <a:ext cx="27432" cy="68580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anchor="ctr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D162C4-EDD9-4389-A98B-B87ECEA2A816}" type="datetimeFigureOut">
              <a:rPr lang="en-US" dirty="0"/>
              <a:t>14-Nov-25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
              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  <p:sp>
        <p:nvSpPr>
          <p:cNvPr id="7" name="TextBox 6"/>
          <p:cNvSpPr txBox="1"/>
          <p:nvPr/>
        </p:nvSpPr>
        <p:spPr>
          <a:xfrm>
            <a:off x="2194943" y="641225"/>
            <a:ext cx="41563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800" dirty="0">
                <a:solidFill>
                  <a:schemeClr val="accent6"/>
                </a:solidFill>
                <a:latin typeface="Wingdings 3" panose="05040102010807070707" pitchFamily="18" charset="2"/>
              </a:rPr>
              <a:t>z</a:t>
            </a:r>
            <a:endParaRPr lang="en-US" sz="1000" dirty="0">
              <a:solidFill>
                <a:schemeClr val="accent6"/>
              </a:solidFill>
              <a:latin typeface="MS Shell Dlg 2" panose="020B0604030504040204" pitchFamily="34" charset="0"/>
            </a:endParaRP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Rectangle 23"/>
          <p:cNvSpPr/>
          <p:nvPr/>
        </p:nvSpPr>
        <p:spPr>
          <a:xfrm>
            <a:off x="1004479" y="0"/>
            <a:ext cx="10372316" cy="6858000"/>
          </a:xfrm>
          <a:prstGeom prst="rect">
            <a:avLst/>
          </a:prstGeom>
          <a:solidFill>
            <a:schemeClr val="bg2">
              <a:alpha val="92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5" name="Rectangle 24"/>
          <p:cNvSpPr/>
          <p:nvPr/>
        </p:nvSpPr>
        <p:spPr>
          <a:xfrm>
            <a:off x="11377328" y="0"/>
            <a:ext cx="27432" cy="68580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1" name="TextBox 10"/>
          <p:cNvSpPr txBox="1"/>
          <p:nvPr/>
        </p:nvSpPr>
        <p:spPr>
          <a:xfrm>
            <a:off x="2191843" y="2962586"/>
            <a:ext cx="41563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800" dirty="0">
                <a:solidFill>
                  <a:schemeClr val="accent6"/>
                </a:solidFill>
                <a:latin typeface="Wingdings 3" panose="05040102010807070707" pitchFamily="18" charset="2"/>
              </a:rPr>
              <a:t>z</a:t>
            </a:r>
            <a:endParaRPr lang="en-US" sz="1000" dirty="0">
              <a:solidFill>
                <a:schemeClr val="accent6"/>
              </a:solidFill>
              <a:latin typeface="MS Shell Dlg 2" panose="020B0604030504040204" pitchFamily="34" charset="0"/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609873" y="3147254"/>
            <a:ext cx="7956560" cy="1424746"/>
          </a:xfrm>
        </p:spPr>
        <p:txBody>
          <a:bodyPr anchor="t">
            <a:normAutofit/>
          </a:bodyPr>
          <a:lstStyle>
            <a:lvl1pPr algn="r"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773968" y="2268786"/>
            <a:ext cx="7791931" cy="878468"/>
          </a:xfrm>
        </p:spPr>
        <p:txBody>
          <a:bodyPr tIns="0" anchor="b">
            <a:normAutofit/>
          </a:bodyPr>
          <a:lstStyle>
            <a:lvl1pPr marL="0" indent="0" algn="r">
              <a:buNone/>
              <a:defRPr sz="18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5059C3-6A89-4494-99FF-5A4D6FFD50EB}" type="datetimeFigureOut">
              <a:rPr lang="en-US" dirty="0"/>
              <a:t>14-Nov-25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
              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Rectangle 25"/>
          <p:cNvSpPr/>
          <p:nvPr/>
        </p:nvSpPr>
        <p:spPr>
          <a:xfrm>
            <a:off x="1004479" y="0"/>
            <a:ext cx="10372316" cy="6858000"/>
          </a:xfrm>
          <a:prstGeom prst="rect">
            <a:avLst/>
          </a:prstGeom>
          <a:solidFill>
            <a:schemeClr val="bg2">
              <a:alpha val="92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7" name="Rectangle 26"/>
          <p:cNvSpPr/>
          <p:nvPr/>
        </p:nvSpPr>
        <p:spPr>
          <a:xfrm>
            <a:off x="11377328" y="0"/>
            <a:ext cx="27432" cy="68580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609873" y="805817"/>
            <a:ext cx="7950984" cy="1081705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2605374" y="2052116"/>
            <a:ext cx="3891960" cy="399782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666636" y="2052114"/>
            <a:ext cx="3894222" cy="3997829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A954B2F-12DE-47F5-8894-472B206D2E1E}" type="datetimeFigureOut">
              <a:rPr lang="en-US" dirty="0"/>
              <a:t>14-Nov-25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
              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  <p:sp>
        <p:nvSpPr>
          <p:cNvPr id="10" name="TextBox 9"/>
          <p:cNvSpPr txBox="1"/>
          <p:nvPr/>
        </p:nvSpPr>
        <p:spPr>
          <a:xfrm>
            <a:off x="2196172" y="641223"/>
            <a:ext cx="41563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800" dirty="0">
                <a:solidFill>
                  <a:schemeClr val="accent6"/>
                </a:solidFill>
                <a:latin typeface="Wingdings 3" panose="05040102010807070707" pitchFamily="18" charset="2"/>
              </a:rPr>
              <a:t>z</a:t>
            </a:r>
            <a:endParaRPr lang="en-US" sz="1000" dirty="0">
              <a:solidFill>
                <a:schemeClr val="accent6"/>
              </a:solidFill>
              <a:latin typeface="MS Shell Dlg 2" panose="020B0604030504040204" pitchFamily="34" charset="0"/>
            </a:endParaRP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Rectangle 19"/>
          <p:cNvSpPr/>
          <p:nvPr/>
        </p:nvSpPr>
        <p:spPr>
          <a:xfrm>
            <a:off x="1004479" y="0"/>
            <a:ext cx="10372316" cy="6858000"/>
          </a:xfrm>
          <a:prstGeom prst="rect">
            <a:avLst/>
          </a:prstGeom>
          <a:solidFill>
            <a:schemeClr val="bg2">
              <a:alpha val="92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1" name="Rectangle 20"/>
          <p:cNvSpPr/>
          <p:nvPr/>
        </p:nvSpPr>
        <p:spPr>
          <a:xfrm>
            <a:off x="11377328" y="0"/>
            <a:ext cx="27432" cy="68580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2" name="TextBox 11"/>
          <p:cNvSpPr txBox="1"/>
          <p:nvPr/>
        </p:nvSpPr>
        <p:spPr>
          <a:xfrm>
            <a:off x="2193650" y="636424"/>
            <a:ext cx="41563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800" dirty="0">
                <a:solidFill>
                  <a:schemeClr val="accent6"/>
                </a:solidFill>
                <a:latin typeface="Wingdings 3" panose="05040102010807070707" pitchFamily="18" charset="2"/>
              </a:rPr>
              <a:t>z</a:t>
            </a:r>
            <a:endParaRPr lang="en-US" sz="1000" dirty="0">
              <a:solidFill>
                <a:schemeClr val="accent6"/>
              </a:solidFill>
              <a:latin typeface="MS Shell Dlg 2" panose="020B0604030504040204" pitchFamily="34" charset="0"/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609873" y="805818"/>
            <a:ext cx="7956560" cy="107834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609285" y="2052115"/>
            <a:ext cx="3896467" cy="713818"/>
          </a:xfrm>
        </p:spPr>
        <p:txBody>
          <a:bodyPr anchor="b">
            <a:noAutofit/>
          </a:bodyPr>
          <a:lstStyle>
            <a:lvl1pPr marL="0" indent="0" algn="l">
              <a:lnSpc>
                <a:spcPct val="100000"/>
              </a:lnSpc>
              <a:buNone/>
              <a:defRPr sz="2200" b="0" cap="none" baseline="0">
                <a:solidFill>
                  <a:schemeClr val="accent6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2609285" y="2851331"/>
            <a:ext cx="3893623" cy="307143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666634" y="2052115"/>
            <a:ext cx="3899798" cy="713818"/>
          </a:xfrm>
        </p:spPr>
        <p:txBody>
          <a:bodyPr anchor="b">
            <a:noAutofit/>
          </a:bodyPr>
          <a:lstStyle>
            <a:lvl1pPr marL="0" indent="0" algn="l">
              <a:lnSpc>
                <a:spcPct val="100000"/>
              </a:lnSpc>
              <a:buNone/>
              <a:defRPr sz="2200" b="0" cap="none" baseline="0">
                <a:solidFill>
                  <a:schemeClr val="accent6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666635" y="2851331"/>
            <a:ext cx="3899798" cy="307143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30E46F-7819-4ACF-B48B-48222C2ACC88}" type="datetimeFigureOut">
              <a:rPr lang="en-US" dirty="0"/>
              <a:t>14-Nov-25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
              </a:t>
            </a:r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Rectangle 12"/>
          <p:cNvSpPr/>
          <p:nvPr/>
        </p:nvSpPr>
        <p:spPr>
          <a:xfrm>
            <a:off x="1004479" y="0"/>
            <a:ext cx="10372316" cy="6858000"/>
          </a:xfrm>
          <a:prstGeom prst="rect">
            <a:avLst/>
          </a:prstGeom>
          <a:solidFill>
            <a:schemeClr val="bg2">
              <a:alpha val="92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4" name="Rectangle 13"/>
          <p:cNvSpPr/>
          <p:nvPr/>
        </p:nvSpPr>
        <p:spPr>
          <a:xfrm>
            <a:off x="11377328" y="0"/>
            <a:ext cx="27432" cy="68580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AF3416-4057-4DAA-829D-4CA07428D088}" type="datetimeFigureOut">
              <a:rPr lang="en-US" dirty="0"/>
              <a:t>14-Nov-25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
              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  <p:sp>
        <p:nvSpPr>
          <p:cNvPr id="8" name="TextBox 7"/>
          <p:cNvSpPr txBox="1"/>
          <p:nvPr/>
        </p:nvSpPr>
        <p:spPr>
          <a:xfrm>
            <a:off x="2196172" y="641226"/>
            <a:ext cx="41563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800" dirty="0">
                <a:solidFill>
                  <a:schemeClr val="accent6"/>
                </a:solidFill>
                <a:latin typeface="Wingdings 3" panose="05040102010807070707" pitchFamily="18" charset="2"/>
              </a:rPr>
              <a:t>z</a:t>
            </a:r>
            <a:endParaRPr lang="en-US" sz="1000" dirty="0">
              <a:solidFill>
                <a:schemeClr val="accent6"/>
              </a:solidFill>
              <a:latin typeface="MS Shell Dlg 2" panose="020B0604030504040204" pitchFamily="34" charset="0"/>
            </a:endParaRP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tangle 11"/>
          <p:cNvSpPr/>
          <p:nvPr/>
        </p:nvSpPr>
        <p:spPr>
          <a:xfrm>
            <a:off x="1004479" y="0"/>
            <a:ext cx="10372316" cy="6858000"/>
          </a:xfrm>
          <a:prstGeom prst="rect">
            <a:avLst/>
          </a:prstGeom>
          <a:solidFill>
            <a:schemeClr val="bg2">
              <a:alpha val="92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3" name="Rectangle 12"/>
          <p:cNvSpPr/>
          <p:nvPr/>
        </p:nvSpPr>
        <p:spPr>
          <a:xfrm>
            <a:off x="11377328" y="0"/>
            <a:ext cx="27432" cy="68580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1D9284-D300-4297-87F7-E791DCC15DB1}" type="datetimeFigureOut">
              <a:rPr lang="en-US" dirty="0"/>
              <a:t>14-Nov-25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
             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Rectangle 24"/>
          <p:cNvSpPr/>
          <p:nvPr/>
        </p:nvSpPr>
        <p:spPr>
          <a:xfrm>
            <a:off x="1004479" y="0"/>
            <a:ext cx="10372316" cy="6858000"/>
          </a:xfrm>
          <a:prstGeom prst="rect">
            <a:avLst/>
          </a:prstGeom>
          <a:solidFill>
            <a:schemeClr val="bg2">
              <a:alpha val="92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6" name="Rectangle 25"/>
          <p:cNvSpPr/>
          <p:nvPr/>
        </p:nvSpPr>
        <p:spPr>
          <a:xfrm>
            <a:off x="11377328" y="0"/>
            <a:ext cx="27432" cy="68580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0" name="TextBox 9"/>
          <p:cNvSpPr txBox="1"/>
          <p:nvPr/>
        </p:nvSpPr>
        <p:spPr>
          <a:xfrm>
            <a:off x="1554154" y="1127550"/>
            <a:ext cx="41563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800" dirty="0">
                <a:solidFill>
                  <a:schemeClr val="accent6"/>
                </a:solidFill>
                <a:latin typeface="Wingdings 3" panose="05040102010807070707" pitchFamily="18" charset="2"/>
              </a:rPr>
              <a:t>z</a:t>
            </a:r>
            <a:endParaRPr lang="en-US" sz="1000" dirty="0">
              <a:solidFill>
                <a:schemeClr val="accent6"/>
              </a:solidFill>
              <a:latin typeface="MS Shell Dlg 2" panose="020B0604030504040204" pitchFamily="34" charset="0"/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970323" y="1282451"/>
            <a:ext cx="2664361" cy="1903241"/>
          </a:xfrm>
        </p:spPr>
        <p:txBody>
          <a:bodyPr anchor="b">
            <a:normAutofit/>
          </a:bodyPr>
          <a:lstStyle>
            <a:lvl1pPr algn="l">
              <a:defRPr sz="2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20154" y="805818"/>
            <a:ext cx="5446278" cy="5244126"/>
          </a:xfrm>
        </p:spPr>
        <p:txBody>
          <a:bodyPr anchor="ctr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970322" y="3186154"/>
            <a:ext cx="2664361" cy="2386397"/>
          </a:xfrm>
        </p:spPr>
        <p:txBody>
          <a:bodyPr/>
          <a:lstStyle>
            <a:lvl1pPr marL="0" indent="0" algn="l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D525BB-DA17-4BA0-B3C8-3AC3ABC827E6}" type="datetimeFigureOut">
              <a:rPr lang="en-US" dirty="0"/>
              <a:t>14-Nov-25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
              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Rectangle 18"/>
          <p:cNvSpPr/>
          <p:nvPr/>
        </p:nvSpPr>
        <p:spPr>
          <a:xfrm>
            <a:off x="1004479" y="0"/>
            <a:ext cx="10372316" cy="6858000"/>
          </a:xfrm>
          <a:prstGeom prst="rect">
            <a:avLst/>
          </a:prstGeom>
          <a:solidFill>
            <a:schemeClr val="bg2">
              <a:alpha val="92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0" name="Rectangle 19"/>
          <p:cNvSpPr/>
          <p:nvPr/>
        </p:nvSpPr>
        <p:spPr>
          <a:xfrm>
            <a:off x="11377328" y="0"/>
            <a:ext cx="27432" cy="68580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747062" y="3229"/>
            <a:ext cx="4629734" cy="6858000"/>
          </a:xfrm>
          <a:solidFill>
            <a:schemeClr val="tx1">
              <a:alpha val="10000"/>
            </a:schemeClr>
          </a:solidFill>
          <a:ln w="9525" cap="sq">
            <a:noFill/>
            <a:miter lim="800000"/>
          </a:ln>
          <a:effectLst/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  <p:txBody>
          <a:bodyPr anchor="t">
            <a:normAutofit/>
          </a:bodyPr>
          <a:lstStyle>
            <a:lvl1pPr marL="0" indent="0" algn="ctr">
              <a:buNone/>
              <a:defRPr sz="28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10" name="TextBox 9"/>
          <p:cNvSpPr txBox="1"/>
          <p:nvPr/>
        </p:nvSpPr>
        <p:spPr>
          <a:xfrm>
            <a:off x="1554686" y="1127550"/>
            <a:ext cx="41563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800" dirty="0">
                <a:solidFill>
                  <a:schemeClr val="accent6"/>
                </a:solidFill>
                <a:latin typeface="Wingdings 3" panose="05040102010807070707" pitchFamily="18" charset="2"/>
              </a:rPr>
              <a:t>z</a:t>
            </a:r>
            <a:endParaRPr lang="en-US" sz="1000" dirty="0">
              <a:solidFill>
                <a:schemeClr val="accent6"/>
              </a:solidFill>
              <a:latin typeface="MS Shell Dlg 2" panose="020B0604030504040204" pitchFamily="34" charset="0"/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971241" y="1282452"/>
            <a:ext cx="3970986" cy="1900473"/>
          </a:xfrm>
        </p:spPr>
        <p:txBody>
          <a:bodyPr anchor="b">
            <a:normAutofit/>
          </a:bodyPr>
          <a:lstStyle>
            <a:lvl1pPr algn="l"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970322" y="3182928"/>
            <a:ext cx="3971874" cy="2386394"/>
          </a:xfrm>
        </p:spPr>
        <p:txBody>
          <a:bodyPr>
            <a:normAutofit/>
          </a:bodyPr>
          <a:lstStyle>
            <a:lvl1pPr marL="0" indent="0" algn="l">
              <a:buNone/>
              <a:defRPr sz="20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6C4C9A-3960-41CF-A4E9-2A8FB932454B}" type="datetimeFigureOut">
              <a:rPr lang="en-US" dirty="0"/>
              <a:t>14-Nov-25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
              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Rectangle 13"/>
          <p:cNvSpPr/>
          <p:nvPr/>
        </p:nvSpPr>
        <p:spPr>
          <a:xfrm>
            <a:off x="1004479" y="0"/>
            <a:ext cx="10372316" cy="6858000"/>
          </a:xfrm>
          <a:prstGeom prst="rect">
            <a:avLst/>
          </a:prstGeom>
          <a:solidFill>
            <a:schemeClr val="bg2">
              <a:alpha val="92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5" name="Rectangle 14"/>
          <p:cNvSpPr/>
          <p:nvPr/>
        </p:nvSpPr>
        <p:spPr>
          <a:xfrm>
            <a:off x="11377328" y="0"/>
            <a:ext cx="27432" cy="68580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TextBox 8"/>
          <p:cNvSpPr txBox="1"/>
          <p:nvPr/>
        </p:nvSpPr>
        <p:spPr>
          <a:xfrm>
            <a:off x="2194236" y="641225"/>
            <a:ext cx="41563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800" dirty="0">
                <a:solidFill>
                  <a:schemeClr val="accent6"/>
                </a:solidFill>
                <a:latin typeface="Wingdings 3" panose="05040102010807070707" pitchFamily="18" charset="2"/>
              </a:rPr>
              <a:t>z</a:t>
            </a:r>
            <a:endParaRPr lang="en-US" sz="1000" dirty="0">
              <a:solidFill>
                <a:schemeClr val="accent6"/>
              </a:solidFill>
              <a:latin typeface="MS Shell Dlg 2" panose="020B0604030504040204" pitchFamily="34" charset="0"/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611808" y="808056"/>
            <a:ext cx="7954091" cy="1077229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57E33E-8B18-4087-B112-809917729534}" type="datetimeFigureOut">
              <a:rPr lang="en-US" dirty="0"/>
              <a:t>14-Nov-25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
              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Rectangle 14"/>
          <p:cNvSpPr/>
          <p:nvPr/>
        </p:nvSpPr>
        <p:spPr>
          <a:xfrm>
            <a:off x="1004479" y="0"/>
            <a:ext cx="10372316" cy="6858000"/>
          </a:xfrm>
          <a:prstGeom prst="rect">
            <a:avLst/>
          </a:prstGeom>
          <a:solidFill>
            <a:schemeClr val="bg2">
              <a:alpha val="92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6" name="Rectangle 15"/>
          <p:cNvSpPr/>
          <p:nvPr/>
        </p:nvSpPr>
        <p:spPr>
          <a:xfrm>
            <a:off x="11377328" y="0"/>
            <a:ext cx="27432" cy="68580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TextBox 8"/>
          <p:cNvSpPr txBox="1"/>
          <p:nvPr/>
        </p:nvSpPr>
        <p:spPr>
          <a:xfrm rot="5400000">
            <a:off x="10337141" y="416061"/>
            <a:ext cx="41563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800" dirty="0">
                <a:solidFill>
                  <a:schemeClr val="accent6"/>
                </a:solidFill>
                <a:latin typeface="Wingdings 3" panose="05040102010807070707" pitchFamily="18" charset="2"/>
              </a:rPr>
              <a:t>z</a:t>
            </a:r>
            <a:endParaRPr lang="en-US" sz="1000" dirty="0">
              <a:solidFill>
                <a:schemeClr val="accent6"/>
              </a:solidFill>
              <a:latin typeface="MS Shell Dlg 2" panose="020B0604030504040204" pitchFamily="34" charset="0"/>
            </a:endParaRPr>
          </a:p>
        </p:txBody>
      </p: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239380" y="805818"/>
            <a:ext cx="1326519" cy="5244126"/>
          </a:xfrm>
        </p:spPr>
        <p:txBody>
          <a:bodyPr vert="eaVert"/>
          <a:lstStyle>
            <a:lvl1pPr algn="l"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2608751" y="970410"/>
            <a:ext cx="6466903" cy="507953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FFE419-2371-464F-8239-3959401C3561}" type="datetimeFigureOut">
              <a:rPr lang="en-US" dirty="0"/>
              <a:t>14-Nov-25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
              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2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image" Target="../media/image3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" name="Picture 17"/>
          <p:cNvPicPr>
            <a:picLocks noChangeAspect="1"/>
          </p:cNvPicPr>
          <p:nvPr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31794" y="2105202"/>
            <a:ext cx="9360205" cy="4752798"/>
          </a:xfrm>
          <a:prstGeom prst="rect">
            <a:avLst/>
          </a:prstGeom>
        </p:spPr>
      </p:pic>
      <p:pic>
        <p:nvPicPr>
          <p:cNvPr id="15" name="Picture 14"/>
          <p:cNvPicPr>
            <a:picLocks noChangeAspect="1"/>
          </p:cNvPicPr>
          <p:nvPr/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89867" cy="685800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0" y="0"/>
            <a:ext cx="964174" cy="68580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2611808" y="808056"/>
            <a:ext cx="7958331" cy="1077229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773599" y="2052116"/>
            <a:ext cx="7796540" cy="399782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 rot="5400000">
            <a:off x="-810065" y="5270604"/>
            <a:ext cx="2662729" cy="182880"/>
          </a:xfrm>
          <a:prstGeom prst="rect">
            <a:avLst/>
          </a:prstGeom>
        </p:spPr>
        <p:txBody>
          <a:bodyPr vert="horz" lIns="91440" tIns="18288" rIns="91440" bIns="45720" rtlCol="0" anchor="t"/>
          <a:lstStyle>
            <a:lvl1pPr algn="r">
              <a:defRPr sz="800">
                <a:solidFill>
                  <a:schemeClr val="tx1">
                    <a:tint val="75000"/>
                  </a:schemeClr>
                </a:solidFill>
                <a:latin typeface="+mn-lt"/>
              </a:defRPr>
            </a:lvl1pPr>
          </a:lstStyle>
          <a:p>
            <a:fld id="{3CBC1C18-307B-4F68-A007-B5B542270E8D}" type="datetimeFigureOut">
              <a:rPr lang="en-US" dirty="0"/>
              <a:t>14-Nov-25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 rot="5400000">
            <a:off x="-2237130" y="3661144"/>
            <a:ext cx="5885352" cy="179176"/>
          </a:xfrm>
          <a:prstGeom prst="rect">
            <a:avLst/>
          </a:prstGeom>
        </p:spPr>
        <p:txBody>
          <a:bodyPr vert="horz" lIns="91440" tIns="45720" rIns="91440" bIns="18288" rtlCol="0" anchor="b"/>
          <a:lstStyle>
            <a:lvl1pPr algn="r"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en-US" dirty="0"/>
              <a:t>
              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58407" y="164592"/>
            <a:ext cx="636727" cy="322851"/>
          </a:xfrm>
          <a:prstGeom prst="rect">
            <a:avLst/>
          </a:prstGeom>
        </p:spPr>
        <p:txBody>
          <a:bodyPr vert="horz" lIns="91440" tIns="45720" rIns="45720" bIns="45720" rtlCol="0" anchor="ctr"/>
          <a:lstStyle>
            <a:lvl1pPr algn="r">
              <a:defRPr sz="18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D22F896-40B5-4ADD-8801-0D06FADFA095}" type="slidenum">
              <a:rPr lang="en-US" dirty="0"/>
              <a:pPr/>
              <a:t>‹#›</a:t>
            </a:fld>
            <a:endParaRPr lang="en-US" dirty="0"/>
          </a:p>
        </p:txBody>
      </p:sp>
      <p:sp>
        <p:nvSpPr>
          <p:cNvPr id="57" name="Rectangle 56"/>
          <p:cNvSpPr/>
          <p:nvPr/>
        </p:nvSpPr>
        <p:spPr>
          <a:xfrm>
            <a:off x="962042" y="0"/>
            <a:ext cx="45719" cy="68580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</p:spTree>
  </p:cSld>
  <p:clrMap bg1="dk1" tx1="lt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sldNum="0" hdr="0" ftr="0" dt="0"/>
  <p:txStyles>
    <p:titleStyle>
      <a:lvl1pPr algn="r" defTabSz="914400" rtl="0" eaLnBrk="1" latinLnBrk="0" hangingPunct="1">
        <a:lnSpc>
          <a:spcPct val="90000"/>
        </a:lnSpc>
        <a:spcBef>
          <a:spcPct val="0"/>
        </a:spcBef>
        <a:buNone/>
        <a:defRPr sz="3400" b="0" i="0" kern="1200" cap="none">
          <a:solidFill>
            <a:schemeClr val="tx1"/>
          </a:solidFill>
          <a:effectLst/>
          <a:latin typeface="+mj-lt"/>
          <a:ea typeface="+mj-ea"/>
          <a:cs typeface="+mj-cs"/>
        </a:defRPr>
      </a:lvl1pPr>
    </p:titleStyle>
    <p:bodyStyle>
      <a:lvl1pPr marL="344488" indent="-344488" algn="l" defTabSz="914400" rtl="0" eaLnBrk="1" latinLnBrk="0" hangingPunct="1">
        <a:lnSpc>
          <a:spcPct val="120000"/>
        </a:lnSpc>
        <a:spcBef>
          <a:spcPts val="1000"/>
        </a:spcBef>
        <a:spcAft>
          <a:spcPts val="600"/>
        </a:spcAft>
        <a:buClr>
          <a:schemeClr val="accent6"/>
        </a:buClr>
        <a:buSzPct val="90000"/>
        <a:buFont typeface="Wingdings" panose="05000000000000000000" pitchFamily="2" charset="2"/>
        <a:buChar char="§"/>
        <a:defRPr sz="2000" kern="1200">
          <a:solidFill>
            <a:schemeClr val="tx1"/>
          </a:solidFill>
          <a:effectLst/>
          <a:latin typeface="+mn-lt"/>
          <a:ea typeface="+mn-ea"/>
          <a:cs typeface="+mn-cs"/>
        </a:defRPr>
      </a:lvl1pPr>
      <a:lvl2pPr marL="795338" indent="-338138" algn="l" defTabSz="914400" rtl="0" eaLnBrk="1" latinLnBrk="0" hangingPunct="1">
        <a:lnSpc>
          <a:spcPct val="120000"/>
        </a:lnSpc>
        <a:spcBef>
          <a:spcPts val="500"/>
        </a:spcBef>
        <a:spcAft>
          <a:spcPts val="600"/>
        </a:spcAft>
        <a:buClr>
          <a:schemeClr val="accent6"/>
        </a:buClr>
        <a:buSzPct val="90000"/>
        <a:buFont typeface="Wingdings" panose="05000000000000000000" pitchFamily="2" charset="2"/>
        <a:buChar char="§"/>
        <a:defRPr sz="1800" kern="1200">
          <a:solidFill>
            <a:schemeClr val="tx1"/>
          </a:solidFill>
          <a:effectLst/>
          <a:latin typeface="+mn-lt"/>
          <a:ea typeface="+mn-ea"/>
          <a:cs typeface="+mn-cs"/>
        </a:defRPr>
      </a:lvl2pPr>
      <a:lvl3pPr marL="1258888" indent="-344488" algn="l" defTabSz="914400" rtl="0" eaLnBrk="1" latinLnBrk="0" hangingPunct="1">
        <a:lnSpc>
          <a:spcPct val="120000"/>
        </a:lnSpc>
        <a:spcBef>
          <a:spcPts val="500"/>
        </a:spcBef>
        <a:spcAft>
          <a:spcPts val="600"/>
        </a:spcAft>
        <a:buClr>
          <a:schemeClr val="accent6"/>
        </a:buClr>
        <a:buSzPct val="90000"/>
        <a:buFont typeface="Wingdings" panose="05000000000000000000" pitchFamily="2" charset="2"/>
        <a:buChar char="§"/>
        <a:defRPr sz="1600" kern="1200">
          <a:solidFill>
            <a:schemeClr val="tx1"/>
          </a:solidFill>
          <a:effectLst/>
          <a:latin typeface="+mn-lt"/>
          <a:ea typeface="+mn-ea"/>
          <a:cs typeface="+mn-cs"/>
        </a:defRPr>
      </a:lvl3pPr>
      <a:lvl4pPr marL="1709738" indent="-338138" algn="l" defTabSz="914400" rtl="0" eaLnBrk="1" latinLnBrk="0" hangingPunct="1">
        <a:lnSpc>
          <a:spcPct val="120000"/>
        </a:lnSpc>
        <a:spcBef>
          <a:spcPts val="500"/>
        </a:spcBef>
        <a:spcAft>
          <a:spcPts val="600"/>
        </a:spcAft>
        <a:buClr>
          <a:schemeClr val="accent6"/>
        </a:buClr>
        <a:buSzPct val="90000"/>
        <a:buFont typeface="Wingdings" panose="05000000000000000000" pitchFamily="2" charset="2"/>
        <a:buChar char="§"/>
        <a:defRPr sz="1400" kern="1200">
          <a:solidFill>
            <a:schemeClr val="tx1"/>
          </a:solidFill>
          <a:effectLst/>
          <a:latin typeface="+mn-lt"/>
          <a:ea typeface="+mn-ea"/>
          <a:cs typeface="+mn-cs"/>
        </a:defRPr>
      </a:lvl4pPr>
      <a:lvl5pPr marL="2173288" indent="-344488" algn="l" defTabSz="914400" rtl="0" eaLnBrk="1" latinLnBrk="0" hangingPunct="1">
        <a:lnSpc>
          <a:spcPct val="120000"/>
        </a:lnSpc>
        <a:spcBef>
          <a:spcPts val="500"/>
        </a:spcBef>
        <a:spcAft>
          <a:spcPts val="600"/>
        </a:spcAft>
        <a:buClr>
          <a:schemeClr val="accent6"/>
        </a:buClr>
        <a:buSzPct val="90000"/>
        <a:buFont typeface="Wingdings" panose="05000000000000000000" pitchFamily="2" charset="2"/>
        <a:buChar char="§"/>
        <a:defRPr sz="1200" kern="1200">
          <a:solidFill>
            <a:schemeClr val="tx1"/>
          </a:solidFill>
          <a:effectLst/>
          <a:latin typeface="+mn-lt"/>
          <a:ea typeface="+mn-ea"/>
          <a:cs typeface="+mn-cs"/>
        </a:defRPr>
      </a:lvl5pPr>
      <a:lvl6pPr marL="2642616" indent="-338328" algn="l" defTabSz="914400" rtl="0" eaLnBrk="1" latinLnBrk="0" hangingPunct="1">
        <a:lnSpc>
          <a:spcPct val="120000"/>
        </a:lnSpc>
        <a:spcBef>
          <a:spcPts val="500"/>
        </a:spcBef>
        <a:spcAft>
          <a:spcPts val="600"/>
        </a:spcAft>
        <a:buClr>
          <a:schemeClr val="accent6"/>
        </a:buClr>
        <a:buSzPct val="90000"/>
        <a:buFont typeface="Wingdings" panose="05000000000000000000" pitchFamily="2" charset="2"/>
        <a:buChar char="§"/>
        <a:defRPr sz="1200" kern="1200" baseline="0">
          <a:solidFill>
            <a:schemeClr val="tx1"/>
          </a:solidFill>
          <a:effectLst/>
          <a:latin typeface="+mn-lt"/>
          <a:ea typeface="+mn-ea"/>
          <a:cs typeface="+mn-cs"/>
        </a:defRPr>
      </a:lvl6pPr>
      <a:lvl7pPr marL="3108960" indent="-338328" algn="l" defTabSz="914400" rtl="0" eaLnBrk="1" latinLnBrk="0" hangingPunct="1">
        <a:lnSpc>
          <a:spcPct val="120000"/>
        </a:lnSpc>
        <a:spcBef>
          <a:spcPts val="500"/>
        </a:spcBef>
        <a:spcAft>
          <a:spcPts val="600"/>
        </a:spcAft>
        <a:buClr>
          <a:schemeClr val="accent6"/>
        </a:buClr>
        <a:buSzPct val="90000"/>
        <a:buFont typeface="Wingdings" panose="05000000000000000000" pitchFamily="2" charset="2"/>
        <a:buChar char="§"/>
        <a:defRPr sz="1200" kern="1200" baseline="0">
          <a:solidFill>
            <a:schemeClr val="tx1"/>
          </a:solidFill>
          <a:effectLst/>
          <a:latin typeface="+mn-lt"/>
          <a:ea typeface="+mn-ea"/>
          <a:cs typeface="+mn-cs"/>
        </a:defRPr>
      </a:lvl7pPr>
      <a:lvl8pPr marL="3575304" indent="-338328" algn="l" defTabSz="914400" rtl="0" eaLnBrk="1" latinLnBrk="0" hangingPunct="1">
        <a:lnSpc>
          <a:spcPct val="120000"/>
        </a:lnSpc>
        <a:spcBef>
          <a:spcPts val="500"/>
        </a:spcBef>
        <a:spcAft>
          <a:spcPts val="600"/>
        </a:spcAft>
        <a:buClr>
          <a:schemeClr val="accent6"/>
        </a:buClr>
        <a:buSzPct val="90000"/>
        <a:buFont typeface="Wingdings" panose="05000000000000000000" pitchFamily="2" charset="2"/>
        <a:buChar char="§"/>
        <a:defRPr sz="1200" kern="1200" baseline="0">
          <a:solidFill>
            <a:schemeClr val="tx1"/>
          </a:solidFill>
          <a:effectLst/>
          <a:latin typeface="+mn-lt"/>
          <a:ea typeface="+mn-ea"/>
          <a:cs typeface="+mn-cs"/>
        </a:defRPr>
      </a:lvl8pPr>
      <a:lvl9pPr marL="4041648" indent="-338328" algn="l" defTabSz="914400" rtl="0" eaLnBrk="1" latinLnBrk="0" hangingPunct="1">
        <a:lnSpc>
          <a:spcPct val="120000"/>
        </a:lnSpc>
        <a:spcBef>
          <a:spcPts val="500"/>
        </a:spcBef>
        <a:spcAft>
          <a:spcPts val="600"/>
        </a:spcAft>
        <a:buClr>
          <a:schemeClr val="accent6"/>
        </a:buClr>
        <a:buSzPct val="90000"/>
        <a:buFont typeface="Wingdings" panose="05000000000000000000" pitchFamily="2" charset="2"/>
        <a:buChar char="§"/>
        <a:defRPr sz="1200" kern="1200" baseline="0">
          <a:solidFill>
            <a:schemeClr val="tx1"/>
          </a:solidFill>
          <a:effectLst/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99E0F75-F756-435D-80FE-163DFBF5C08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996580" y="3588389"/>
            <a:ext cx="6422225" cy="2268559"/>
          </a:xfrm>
        </p:spPr>
        <p:txBody>
          <a:bodyPr>
            <a:normAutofit/>
          </a:bodyPr>
          <a:lstStyle/>
          <a:p>
            <a:pPr marL="0" marR="0" indent="457200" algn="ctr">
              <a:spcBef>
                <a:spcPts val="0"/>
              </a:spcBef>
              <a:spcAft>
                <a:spcPts val="200"/>
              </a:spcAft>
            </a:pPr>
            <a:r>
              <a:rPr lang="en-US" sz="2500" b="1" kern="1400" spc="-5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Backup/ Restore MongoDB </a:t>
            </a:r>
            <a:r>
              <a:rPr lang="en-US" sz="2500" b="1" kern="1400" spc="-50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baze</a:t>
            </a:r>
            <a:r>
              <a:rPr lang="en-US" sz="2500" b="1" kern="1400" spc="-5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500" b="1" kern="1400" spc="-50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podataka</a:t>
            </a:r>
            <a:endParaRPr lang="en-US" sz="2500" kern="1400" spc="-50" dirty="0">
              <a:effectLst/>
              <a:latin typeface="Calibri Light" panose="020F0302020204030204" pitchFamily="34" charset="0"/>
              <a:ea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47E0245B-6087-4112-9543-A4AC6659106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05103" y="2242917"/>
            <a:ext cx="2143125" cy="21431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2019142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1F320C-3A4E-43C6-BA40-12BBC42CC47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Sadr</a:t>
            </a:r>
            <a:r>
              <a:rPr lang="sr-Latn-RS" dirty="0">
                <a:latin typeface="Times New Roman" panose="02020603050405020304" pitchFamily="18" charset="0"/>
                <a:cs typeface="Times New Roman" panose="02020603050405020304" pitchFamily="18" charset="0"/>
              </a:rPr>
              <a:t>žaj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3AD40A1-7426-45E9-AD58-6703B6020A9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197730" y="1733334"/>
            <a:ext cx="7796540" cy="3997828"/>
          </a:xfrm>
        </p:spPr>
        <p:txBody>
          <a:bodyPr>
            <a:normAutofit/>
          </a:bodyPr>
          <a:lstStyle/>
          <a:p>
            <a:pPr algn="just"/>
            <a:r>
              <a:rPr lang="en-US" sz="1800" dirty="0" err="1"/>
              <a:t>Uvod</a:t>
            </a:r>
            <a:endParaRPr lang="en-US" sz="1800" dirty="0"/>
          </a:p>
          <a:p>
            <a:pPr algn="just"/>
            <a:r>
              <a:rPr lang="en-US" sz="1800" dirty="0" err="1"/>
              <a:t>Padovi</a:t>
            </a:r>
            <a:r>
              <a:rPr lang="en-US" sz="1800" dirty="0"/>
              <a:t> </a:t>
            </a:r>
            <a:r>
              <a:rPr lang="en-US" sz="1800" dirty="0" err="1"/>
              <a:t>i</a:t>
            </a:r>
            <a:r>
              <a:rPr lang="en-US" sz="1800" dirty="0"/>
              <a:t> </a:t>
            </a:r>
            <a:r>
              <a:rPr lang="en-US" sz="1800" dirty="0" err="1"/>
              <a:t>oporavak</a:t>
            </a:r>
            <a:endParaRPr lang="en-US" sz="1800" dirty="0"/>
          </a:p>
          <a:p>
            <a:pPr algn="just"/>
            <a:endParaRPr lang="en-US" sz="1800" dirty="0"/>
          </a:p>
          <a:p>
            <a:pPr algn="just"/>
            <a:endParaRPr lang="en-US" sz="1800" dirty="0"/>
          </a:p>
        </p:txBody>
      </p:sp>
    </p:spTree>
    <p:extLst>
      <p:ext uri="{BB962C8B-B14F-4D97-AF65-F5344CB8AC3E}">
        <p14:creationId xmlns:p14="http://schemas.microsoft.com/office/powerpoint/2010/main" val="260885470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12F6530-1DD2-40E7-82D4-C14ECC8209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Uvod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997C668-3BEB-4106-A5B5-2504761B65E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966823" y="1885286"/>
            <a:ext cx="6598337" cy="3357834"/>
          </a:xfrm>
        </p:spPr>
        <p:txBody>
          <a:bodyPr>
            <a:noAutofit/>
          </a:bodyPr>
          <a:lstStyle/>
          <a:p>
            <a:pPr algn="just"/>
            <a:r>
              <a:rPr lang="en-US" sz="1800" b="1" dirty="0" err="1"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Padovi</a:t>
            </a:r>
            <a:r>
              <a:rPr lang="en-US" sz="1800" b="1" dirty="0"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 </a:t>
            </a:r>
            <a:r>
              <a:rPr lang="en-US" sz="1800" dirty="0"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– </a:t>
            </a:r>
            <a:r>
              <a:rPr lang="en-US" sz="1800" dirty="0" err="1"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sastavni</a:t>
            </a:r>
            <a:r>
              <a:rPr lang="en-US" sz="1800" dirty="0"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 deo </a:t>
            </a:r>
            <a:r>
              <a:rPr lang="en-US" sz="1800" dirty="0" err="1"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današnjih</a:t>
            </a:r>
            <a:r>
              <a:rPr lang="en-US" sz="1800" dirty="0"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 </a:t>
            </a:r>
            <a:r>
              <a:rPr lang="en-US" sz="1800" dirty="0" err="1"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baza</a:t>
            </a:r>
            <a:r>
              <a:rPr lang="en-US" sz="1800" dirty="0"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 </a:t>
            </a:r>
            <a:r>
              <a:rPr lang="en-US" sz="1800" dirty="0" err="1"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podataka</a:t>
            </a:r>
            <a:endParaRPr lang="en-US" sz="1800" dirty="0">
              <a:effectLst/>
              <a:latin typeface="Times New Roman" panose="02020603050405020304" pitchFamily="18" charset="0"/>
              <a:ea typeface="Calibri" panose="020F0502020204030204" pitchFamily="34" charset="0"/>
            </a:endParaRPr>
          </a:p>
          <a:p>
            <a:pPr algn="just"/>
            <a:r>
              <a:rPr lang="en-US" sz="1800" dirty="0"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Pad: </a:t>
            </a:r>
          </a:p>
          <a:p>
            <a:pPr lvl="1" algn="just"/>
            <a:r>
              <a:rPr lang="en-US" b="1" dirty="0" err="1">
                <a:latin typeface="Times New Roman" panose="02020603050405020304" pitchFamily="18" charset="0"/>
                <a:ea typeface="Calibri" panose="020F0502020204030204" pitchFamily="34" charset="0"/>
              </a:rPr>
              <a:t>Transakcije</a:t>
            </a:r>
            <a:r>
              <a:rPr lang="en-US" b="1" dirty="0">
                <a:latin typeface="Times New Roman" panose="02020603050405020304" pitchFamily="18" charset="0"/>
                <a:ea typeface="Calibri" panose="020F0502020204030204" pitchFamily="34" charset="0"/>
              </a:rPr>
              <a:t> </a:t>
            </a:r>
            <a:r>
              <a:rPr lang="en-US" dirty="0">
                <a:latin typeface="Times New Roman" panose="02020603050405020304" pitchFamily="18" charset="0"/>
                <a:ea typeface="Calibri" panose="020F0502020204030204" pitchFamily="34" charset="0"/>
              </a:rPr>
              <a:t>– </a:t>
            </a:r>
            <a:r>
              <a:rPr lang="en-US" dirty="0" err="1">
                <a:latin typeface="Times New Roman" panose="02020603050405020304" pitchFamily="18" charset="0"/>
                <a:ea typeface="Calibri" panose="020F0502020204030204" pitchFamily="34" charset="0"/>
              </a:rPr>
              <a:t>logička</a:t>
            </a:r>
            <a:r>
              <a:rPr lang="en-US" dirty="0">
                <a:latin typeface="Times New Roman" panose="02020603050405020304" pitchFamily="18" charset="0"/>
                <a:ea typeface="Calibri" panose="020F0502020204030204" pitchFamily="34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ea typeface="Calibri" panose="020F0502020204030204" pitchFamily="34" charset="0"/>
              </a:rPr>
              <a:t>greška</a:t>
            </a:r>
            <a:r>
              <a:rPr lang="en-US" dirty="0">
                <a:latin typeface="Times New Roman" panose="02020603050405020304" pitchFamily="18" charset="0"/>
                <a:ea typeface="Calibri" panose="020F0502020204030204" pitchFamily="34" charset="0"/>
              </a:rPr>
              <a:t>, </a:t>
            </a:r>
            <a:r>
              <a:rPr lang="en-US" dirty="0" err="1">
                <a:latin typeface="Times New Roman" panose="02020603050405020304" pitchFamily="18" charset="0"/>
                <a:ea typeface="Calibri" panose="020F0502020204030204" pitchFamily="34" charset="0"/>
              </a:rPr>
              <a:t>izuzetak</a:t>
            </a:r>
            <a:endParaRPr lang="en-US" b="1" dirty="0">
              <a:latin typeface="Times New Roman" panose="02020603050405020304" pitchFamily="18" charset="0"/>
              <a:ea typeface="Calibri" panose="020F0502020204030204" pitchFamily="34" charset="0"/>
            </a:endParaRPr>
          </a:p>
          <a:p>
            <a:pPr lvl="1" algn="just"/>
            <a:r>
              <a:rPr lang="en-US" b="1" dirty="0"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Sistema </a:t>
            </a:r>
            <a:r>
              <a:rPr lang="en-US" dirty="0"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– </a:t>
            </a:r>
            <a:r>
              <a:rPr lang="en-US" dirty="0" err="1"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fizički</a:t>
            </a:r>
            <a:r>
              <a:rPr lang="en-US" dirty="0"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 </a:t>
            </a:r>
            <a:r>
              <a:rPr lang="en-US" dirty="0" err="1"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problemi</a:t>
            </a:r>
            <a:r>
              <a:rPr lang="en-US" dirty="0"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, </a:t>
            </a:r>
            <a:r>
              <a:rPr lang="en-US" dirty="0" err="1"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nestanak</a:t>
            </a:r>
            <a:r>
              <a:rPr lang="en-US" dirty="0"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 </a:t>
            </a:r>
            <a:r>
              <a:rPr lang="en-US" dirty="0" err="1"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struje</a:t>
            </a:r>
            <a:r>
              <a:rPr lang="en-US" dirty="0"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, </a:t>
            </a:r>
            <a:r>
              <a:rPr lang="en-US" dirty="0" err="1"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greška</a:t>
            </a:r>
            <a:r>
              <a:rPr lang="en-US" dirty="0"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 OS </a:t>
            </a:r>
            <a:endParaRPr lang="en-US" b="1" dirty="0">
              <a:effectLst/>
              <a:latin typeface="Times New Roman" panose="02020603050405020304" pitchFamily="18" charset="0"/>
              <a:ea typeface="Calibri" panose="020F0502020204030204" pitchFamily="34" charset="0"/>
            </a:endParaRPr>
          </a:p>
          <a:p>
            <a:pPr lvl="1" algn="just"/>
            <a:r>
              <a:rPr lang="en-US" b="1" dirty="0" err="1">
                <a:latin typeface="Times New Roman" panose="02020603050405020304" pitchFamily="18" charset="0"/>
                <a:ea typeface="Calibri" panose="020F0502020204030204" pitchFamily="34" charset="0"/>
              </a:rPr>
              <a:t>Medija</a:t>
            </a:r>
            <a:r>
              <a:rPr lang="en-US" b="1" dirty="0">
                <a:latin typeface="Times New Roman" panose="02020603050405020304" pitchFamily="18" charset="0"/>
                <a:ea typeface="Calibri" panose="020F0502020204030204" pitchFamily="34" charset="0"/>
              </a:rPr>
              <a:t> </a:t>
            </a:r>
            <a:r>
              <a:rPr lang="en-US" dirty="0">
                <a:latin typeface="Times New Roman" panose="02020603050405020304" pitchFamily="18" charset="0"/>
                <a:ea typeface="Calibri" panose="020F0502020204030204" pitchFamily="34" charset="0"/>
              </a:rPr>
              <a:t>– </a:t>
            </a:r>
            <a:r>
              <a:rPr lang="en-US" dirty="0" err="1">
                <a:latin typeface="Times New Roman" panose="02020603050405020304" pitchFamily="18" charset="0"/>
                <a:ea typeface="Calibri" panose="020F0502020204030204" pitchFamily="34" charset="0"/>
              </a:rPr>
              <a:t>kvar</a:t>
            </a:r>
            <a:r>
              <a:rPr lang="en-US" dirty="0">
                <a:latin typeface="Times New Roman" panose="02020603050405020304" pitchFamily="18" charset="0"/>
                <a:ea typeface="Calibri" panose="020F0502020204030204" pitchFamily="34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ea typeface="Calibri" panose="020F0502020204030204" pitchFamily="34" charset="0"/>
              </a:rPr>
              <a:t>ili</a:t>
            </a:r>
            <a:r>
              <a:rPr lang="en-US" dirty="0">
                <a:latin typeface="Times New Roman" panose="02020603050405020304" pitchFamily="18" charset="0"/>
                <a:ea typeface="Calibri" panose="020F0502020204030204" pitchFamily="34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ea typeface="Calibri" panose="020F0502020204030204" pitchFamily="34" charset="0"/>
              </a:rPr>
              <a:t>korupcija</a:t>
            </a:r>
            <a:r>
              <a:rPr lang="en-US" dirty="0">
                <a:latin typeface="Times New Roman" panose="02020603050405020304" pitchFamily="18" charset="0"/>
                <a:ea typeface="Calibri" panose="020F0502020204030204" pitchFamily="34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ea typeface="Calibri" panose="020F0502020204030204" pitchFamily="34" charset="0"/>
              </a:rPr>
              <a:t>diska</a:t>
            </a:r>
            <a:endParaRPr lang="en-US" b="1" dirty="0">
              <a:effectLst/>
              <a:latin typeface="Times New Roman" panose="02020603050405020304" pitchFamily="18" charset="0"/>
              <a:ea typeface="Calibri" panose="020F0502020204030204" pitchFamily="34" charset="0"/>
            </a:endParaRPr>
          </a:p>
          <a:p>
            <a:pPr algn="just"/>
            <a:r>
              <a:rPr lang="en-US" sz="1800" dirty="0"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ACID </a:t>
            </a:r>
            <a:r>
              <a:rPr lang="en-US" sz="1800" dirty="0" err="1"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svojstva</a:t>
            </a:r>
            <a:r>
              <a:rPr lang="en-US" sz="1800" dirty="0"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en-US" sz="1800" dirty="0" err="1"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transakcije</a:t>
            </a:r>
            <a:r>
              <a:rPr lang="en-US" sz="1800" dirty="0"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21643615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B5058DA-4161-4783-9A2B-202B4DFB46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l"/>
            <a:r>
              <a:rPr lang="en-US" dirty="0" err="1"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Oporavak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D1A504C-5060-4AEB-B8BC-6E70524DD11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736640" y="1346670"/>
            <a:ext cx="7499639" cy="4240398"/>
          </a:xfrm>
        </p:spPr>
        <p:txBody>
          <a:bodyPr>
            <a:noAutofit/>
          </a:bodyPr>
          <a:lstStyle/>
          <a:p>
            <a:pPr algn="just"/>
            <a:r>
              <a:rPr lang="en-US" sz="1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Akcije</a:t>
            </a: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tokom</a:t>
            </a: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normalnog</a:t>
            </a: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funkcionisanja</a:t>
            </a: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+</a:t>
            </a: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akcije</a:t>
            </a: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nakon</a:t>
            </a: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pada</a:t>
            </a:r>
          </a:p>
          <a:p>
            <a:pPr algn="just"/>
            <a:r>
              <a:rPr lang="en-US" sz="1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Pomoćne</a:t>
            </a: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strukture</a:t>
            </a: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8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rezervna</a:t>
            </a:r>
            <a:r>
              <a:rPr lang="en-US" sz="1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8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kopija</a:t>
            </a:r>
            <a:r>
              <a:rPr lang="en-US" sz="1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8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baze</a:t>
            </a:r>
            <a:r>
              <a:rPr lang="en-US" sz="1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(backup) </a:t>
            </a:r>
            <a:r>
              <a:rPr lang="en-US" sz="1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i</a:t>
            </a: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log </a:t>
            </a:r>
            <a:r>
              <a:rPr lang="en-US" sz="18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datoteka</a:t>
            </a:r>
            <a:endParaRPr lang="en-US" sz="18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just"/>
            <a:r>
              <a:rPr lang="en-US" sz="1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Commit/ Abort</a:t>
            </a:r>
          </a:p>
          <a:p>
            <a:pPr algn="just"/>
            <a:r>
              <a:rPr lang="en-US" sz="1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W</a:t>
            </a: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rite </a:t>
            </a:r>
            <a:r>
              <a:rPr lang="en-US" sz="1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A</a:t>
            </a: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head </a:t>
            </a:r>
            <a:r>
              <a:rPr lang="en-US" sz="1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L</a:t>
            </a: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ogging</a:t>
            </a:r>
          </a:p>
          <a:p>
            <a:pPr algn="just"/>
            <a:r>
              <a:rPr lang="en-US" sz="1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ARIES: </a:t>
            </a:r>
            <a:r>
              <a:rPr lang="en-US" sz="1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Analiza</a:t>
            </a:r>
            <a:r>
              <a:rPr lang="en-US" sz="1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REDO, UNDO</a:t>
            </a:r>
          </a:p>
          <a:p>
            <a:pPr algn="just"/>
            <a:r>
              <a:rPr lang="en-US" sz="1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RTO </a:t>
            </a: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(Recovery </a:t>
            </a:r>
            <a:r>
              <a:rPr lang="en-US" sz="1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Time</a:t>
            </a: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Objective) </a:t>
            </a:r>
            <a:r>
              <a:rPr lang="en-US" sz="1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i</a:t>
            </a: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RPO</a:t>
            </a: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(Recovery </a:t>
            </a:r>
            <a:r>
              <a:rPr lang="en-US" sz="1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Point</a:t>
            </a: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Objective)</a:t>
            </a:r>
            <a:endParaRPr lang="en-US" sz="18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74888163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3C99462-06E4-45C4-8C67-62C2FF5CC1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MongoDB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985451F-1708-4E04-AFEB-41E93FC5267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621862" y="1555206"/>
            <a:ext cx="5271114" cy="4494738"/>
          </a:xfrm>
        </p:spPr>
        <p:txBody>
          <a:bodyPr>
            <a:normAutofit/>
          </a:bodyPr>
          <a:lstStyle/>
          <a:p>
            <a:pPr algn="just"/>
            <a:r>
              <a:rPr lang="en-US" sz="1800" dirty="0" err="1"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Bekap</a:t>
            </a:r>
            <a:r>
              <a:rPr lang="en-US" sz="1800" dirty="0">
                <a:latin typeface="Times New Roman" panose="02020603050405020304" pitchFamily="18" charset="0"/>
                <a:ea typeface="Calibri" panose="020F0502020204030204" pitchFamily="34" charset="0"/>
              </a:rPr>
              <a:t> = </a:t>
            </a:r>
            <a:r>
              <a:rPr lang="en-US" sz="1800" dirty="0" err="1">
                <a:latin typeface="Times New Roman" panose="02020603050405020304" pitchFamily="18" charset="0"/>
                <a:ea typeface="Calibri" panose="020F0502020204030204" pitchFamily="34" charset="0"/>
              </a:rPr>
              <a:t>čuvanje</a:t>
            </a:r>
            <a:r>
              <a:rPr lang="en-US" sz="1800" dirty="0">
                <a:latin typeface="Times New Roman" panose="02020603050405020304" pitchFamily="18" charset="0"/>
                <a:ea typeface="Calibri" panose="020F0502020204030204" pitchFamily="34" charset="0"/>
              </a:rPr>
              <a:t>:</a:t>
            </a:r>
            <a:endParaRPr lang="en-US" sz="1800" dirty="0">
              <a:effectLst/>
              <a:latin typeface="Times New Roman" panose="02020603050405020304" pitchFamily="18" charset="0"/>
              <a:ea typeface="Calibri" panose="020F0502020204030204" pitchFamily="34" charset="0"/>
            </a:endParaRPr>
          </a:p>
          <a:p>
            <a:pPr lvl="1" algn="just"/>
            <a:r>
              <a:rPr lang="en-US" b="1" dirty="0" err="1">
                <a:latin typeface="Times New Roman" panose="02020603050405020304" pitchFamily="18" charset="0"/>
                <a:ea typeface="Calibri" panose="020F0502020204030204" pitchFamily="34" charset="0"/>
              </a:rPr>
              <a:t>Potpuni</a:t>
            </a:r>
            <a:r>
              <a:rPr lang="en-US" dirty="0">
                <a:latin typeface="Times New Roman" panose="02020603050405020304" pitchFamily="18" charset="0"/>
                <a:ea typeface="Calibri" panose="020F0502020204030204" pitchFamily="34" charset="0"/>
              </a:rPr>
              <a:t> – </a:t>
            </a:r>
            <a:r>
              <a:rPr lang="en-US" dirty="0" err="1">
                <a:latin typeface="Times New Roman" panose="02020603050405020304" pitchFamily="18" charset="0"/>
                <a:ea typeface="Calibri" panose="020F0502020204030204" pitchFamily="34" charset="0"/>
              </a:rPr>
              <a:t>cele</a:t>
            </a:r>
            <a:r>
              <a:rPr lang="en-US" dirty="0">
                <a:latin typeface="Times New Roman" panose="02020603050405020304" pitchFamily="18" charset="0"/>
                <a:ea typeface="Calibri" panose="020F0502020204030204" pitchFamily="34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ea typeface="Calibri" panose="020F0502020204030204" pitchFamily="34" charset="0"/>
              </a:rPr>
              <a:t>baze</a:t>
            </a:r>
            <a:r>
              <a:rPr lang="en-US" dirty="0">
                <a:latin typeface="Times New Roman" panose="02020603050405020304" pitchFamily="18" charset="0"/>
                <a:ea typeface="Calibri" panose="020F0502020204030204" pitchFamily="34" charset="0"/>
              </a:rPr>
              <a:t>,</a:t>
            </a:r>
          </a:p>
          <a:p>
            <a:pPr lvl="1" algn="just"/>
            <a:r>
              <a:rPr lang="en-US" b="1" dirty="0" err="1">
                <a:latin typeface="Times New Roman" panose="02020603050405020304" pitchFamily="18" charset="0"/>
                <a:ea typeface="Calibri" panose="020F0502020204030204" pitchFamily="34" charset="0"/>
              </a:rPr>
              <a:t>Inkrementalni</a:t>
            </a:r>
            <a:r>
              <a:rPr lang="en-US" dirty="0">
                <a:latin typeface="Times New Roman" panose="02020603050405020304" pitchFamily="18" charset="0"/>
                <a:ea typeface="Calibri" panose="020F0502020204030204" pitchFamily="34" charset="0"/>
              </a:rPr>
              <a:t> – </a:t>
            </a:r>
            <a:r>
              <a:rPr lang="en-US" dirty="0" err="1">
                <a:latin typeface="Times New Roman" panose="02020603050405020304" pitchFamily="18" charset="0"/>
                <a:ea typeface="Calibri" panose="020F0502020204030204" pitchFamily="34" charset="0"/>
              </a:rPr>
              <a:t>izmena</a:t>
            </a:r>
            <a:r>
              <a:rPr lang="en-US" dirty="0">
                <a:latin typeface="Times New Roman" panose="02020603050405020304" pitchFamily="18" charset="0"/>
                <a:ea typeface="Calibri" panose="020F0502020204030204" pitchFamily="34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ea typeface="Calibri" panose="020F0502020204030204" pitchFamily="34" charset="0"/>
              </a:rPr>
              <a:t>nakon</a:t>
            </a:r>
            <a:r>
              <a:rPr lang="en-US" dirty="0">
                <a:latin typeface="Times New Roman" panose="02020603050405020304" pitchFamily="18" charset="0"/>
                <a:ea typeface="Calibri" panose="020F0502020204030204" pitchFamily="34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ea typeface="Calibri" panose="020F0502020204030204" pitchFamily="34" charset="0"/>
              </a:rPr>
              <a:t>poslednjeg</a:t>
            </a:r>
            <a:r>
              <a:rPr lang="en-US" dirty="0">
                <a:latin typeface="Times New Roman" panose="02020603050405020304" pitchFamily="18" charset="0"/>
                <a:ea typeface="Calibri" panose="020F0502020204030204" pitchFamily="34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ea typeface="Calibri" panose="020F0502020204030204" pitchFamily="34" charset="0"/>
              </a:rPr>
              <a:t>bekapa</a:t>
            </a:r>
            <a:r>
              <a:rPr lang="en-US" dirty="0">
                <a:latin typeface="Times New Roman" panose="02020603050405020304" pitchFamily="18" charset="0"/>
                <a:ea typeface="Calibri" panose="020F0502020204030204" pitchFamily="34" charset="0"/>
              </a:rPr>
              <a:t>,</a:t>
            </a:r>
          </a:p>
          <a:p>
            <a:pPr lvl="1" algn="just"/>
            <a:r>
              <a:rPr lang="en-US" dirty="0" err="1">
                <a:latin typeface="Times New Roman" panose="02020603050405020304" pitchFamily="18" charset="0"/>
                <a:ea typeface="Calibri" panose="020F0502020204030204" pitchFamily="34" charset="0"/>
              </a:rPr>
              <a:t>Diferencijalni</a:t>
            </a:r>
            <a:r>
              <a:rPr lang="en-US" dirty="0">
                <a:latin typeface="Times New Roman" panose="02020603050405020304" pitchFamily="18" charset="0"/>
                <a:ea typeface="Calibri" panose="020F0502020204030204" pitchFamily="34" charset="0"/>
              </a:rPr>
              <a:t> – </a:t>
            </a:r>
            <a:r>
              <a:rPr lang="en-US" dirty="0" err="1">
                <a:latin typeface="Times New Roman" panose="02020603050405020304" pitchFamily="18" charset="0"/>
                <a:ea typeface="Calibri" panose="020F0502020204030204" pitchFamily="34" charset="0"/>
              </a:rPr>
              <a:t>izmene</a:t>
            </a:r>
            <a:r>
              <a:rPr lang="en-US" dirty="0">
                <a:latin typeface="Times New Roman" panose="02020603050405020304" pitchFamily="18" charset="0"/>
                <a:ea typeface="Calibri" panose="020F0502020204030204" pitchFamily="34" charset="0"/>
              </a:rPr>
              <a:t> od </a:t>
            </a:r>
            <a:r>
              <a:rPr lang="en-US" dirty="0" err="1">
                <a:latin typeface="Times New Roman" panose="02020603050405020304" pitchFamily="18" charset="0"/>
                <a:ea typeface="Calibri" panose="020F0502020204030204" pitchFamily="34" charset="0"/>
              </a:rPr>
              <a:t>poslednjeg</a:t>
            </a:r>
            <a:r>
              <a:rPr lang="en-US" dirty="0">
                <a:latin typeface="Times New Roman" panose="02020603050405020304" pitchFamily="18" charset="0"/>
                <a:ea typeface="Calibri" panose="020F0502020204030204" pitchFamily="34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ea typeface="Calibri" panose="020F0502020204030204" pitchFamily="34" charset="0"/>
              </a:rPr>
              <a:t>potpunog</a:t>
            </a:r>
            <a:r>
              <a:rPr lang="en-US" dirty="0">
                <a:latin typeface="Times New Roman" panose="02020603050405020304" pitchFamily="18" charset="0"/>
                <a:ea typeface="Calibri" panose="020F0502020204030204" pitchFamily="34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ea typeface="Calibri" panose="020F0502020204030204" pitchFamily="34" charset="0"/>
              </a:rPr>
              <a:t>bekapa</a:t>
            </a:r>
            <a:r>
              <a:rPr lang="en-US" dirty="0">
                <a:latin typeface="Times New Roman" panose="02020603050405020304" pitchFamily="18" charset="0"/>
                <a:ea typeface="Calibri" panose="020F0502020204030204" pitchFamily="34" charset="0"/>
              </a:rPr>
              <a:t>.</a:t>
            </a:r>
          </a:p>
          <a:p>
            <a:pPr algn="just"/>
            <a:r>
              <a:rPr lang="en-US" dirty="0" err="1">
                <a:latin typeface="Times New Roman" panose="02020603050405020304" pitchFamily="18" charset="0"/>
                <a:ea typeface="Calibri" panose="020F0502020204030204" pitchFamily="34" charset="0"/>
              </a:rPr>
              <a:t>WiredTiger</a:t>
            </a:r>
            <a:r>
              <a:rPr lang="en-US" dirty="0">
                <a:latin typeface="Times New Roman" panose="02020603050405020304" pitchFamily="18" charset="0"/>
                <a:ea typeface="Calibri" panose="020F0502020204030204" pitchFamily="34" charset="0"/>
              </a:rPr>
              <a:t> storage </a:t>
            </a:r>
          </a:p>
          <a:p>
            <a:pPr algn="just"/>
            <a:endParaRPr lang="en-US" sz="1800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7F52C7F8-A337-4A1B-BE64-1B63CB6894D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05520" y="1660603"/>
            <a:ext cx="3909225" cy="42839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5334398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FCDF96-D5AB-4FC8-A4D6-00F52C1A32B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Načini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oporavka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u MongoDB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2B15C4E-D4D2-4C85-AE01-D07574D64EB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937672" y="1885285"/>
            <a:ext cx="3674563" cy="3578141"/>
          </a:xfrm>
        </p:spPr>
        <p:txBody>
          <a:bodyPr>
            <a:normAutofit/>
          </a:bodyPr>
          <a:lstStyle/>
          <a:p>
            <a:pPr algn="just"/>
            <a:r>
              <a:rPr lang="en-US" sz="1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Četiri</a:t>
            </a: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porodice</a:t>
            </a: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metoda</a:t>
            </a: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:</a:t>
            </a:r>
          </a:p>
          <a:p>
            <a:pPr lvl="1" algn="just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MongoDB Atlas</a:t>
            </a:r>
          </a:p>
          <a:p>
            <a:pPr lvl="1" algn="just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Cloud/ Ops Manager</a:t>
            </a:r>
          </a:p>
          <a:p>
            <a:pPr lvl="1" algn="just"/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Mongodump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1" algn="just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Snapshot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fajl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sistema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1" algn="just"/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just"/>
            <a:endParaRPr lang="en-US" sz="1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6" name="Picture 5" descr="Mongodump and other MondoDB backup options.">
            <a:extLst>
              <a:ext uri="{FF2B5EF4-FFF2-40B4-BE49-F238E27FC236}">
                <a16:creationId xmlns:a16="http://schemas.microsoft.com/office/drawing/2014/main" id="{552887FC-1B52-41BE-8E69-2521B1FA1299}"/>
              </a:ext>
            </a:extLst>
          </p:cNvPr>
          <p:cNvPicPr/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696027" y="1946122"/>
            <a:ext cx="3558301" cy="2965756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63848949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E3C4F2-4056-41AA-814B-587055A8B09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611808" y="808056"/>
            <a:ext cx="2731979" cy="1077229"/>
          </a:xfrm>
        </p:spPr>
        <p:txBody>
          <a:bodyPr/>
          <a:lstStyle/>
          <a:p>
            <a:pPr algn="l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Atlas Backup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93A3A4C-2AA4-4FAF-9108-1BE23622DAD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603806" y="1505587"/>
            <a:ext cx="5867061" cy="3997828"/>
          </a:xfrm>
        </p:spPr>
        <p:txBody>
          <a:bodyPr>
            <a:normAutofit lnSpcReduction="10000"/>
          </a:bodyPr>
          <a:lstStyle/>
          <a:p>
            <a:r>
              <a:rPr lang="en-US" sz="1800" dirty="0" err="1">
                <a:latin typeface="Times New Roman" panose="02020603050405020304" pitchFamily="18" charset="0"/>
                <a:ea typeface="Calibri" panose="020F0502020204030204" pitchFamily="34" charset="0"/>
              </a:rPr>
              <a:t>Kreiranje</a:t>
            </a:r>
            <a:r>
              <a:rPr lang="en-US" sz="1800" dirty="0">
                <a:latin typeface="Times New Roman" panose="02020603050405020304" pitchFamily="18" charset="0"/>
                <a:ea typeface="Calibri" panose="020F0502020204030204" pitchFamily="34" charset="0"/>
              </a:rPr>
              <a:t> </a:t>
            </a:r>
            <a:r>
              <a:rPr lang="en-US" sz="1800" dirty="0" err="1">
                <a:latin typeface="Times New Roman" panose="02020603050405020304" pitchFamily="18" charset="0"/>
                <a:ea typeface="Calibri" panose="020F0502020204030204" pitchFamily="34" charset="0"/>
              </a:rPr>
              <a:t>snimka</a:t>
            </a:r>
            <a:r>
              <a:rPr lang="en-US" sz="1800" dirty="0">
                <a:latin typeface="Times New Roman" panose="02020603050405020304" pitchFamily="18" charset="0"/>
                <a:ea typeface="Calibri" panose="020F0502020204030204" pitchFamily="34" charset="0"/>
              </a:rPr>
              <a:t> </a:t>
            </a:r>
            <a:r>
              <a:rPr lang="en-US" sz="1800" dirty="0" err="1">
                <a:latin typeface="Times New Roman" panose="02020603050405020304" pitchFamily="18" charset="0"/>
                <a:ea typeface="Calibri" panose="020F0502020204030204" pitchFamily="34" charset="0"/>
              </a:rPr>
              <a:t>tj</a:t>
            </a:r>
            <a:r>
              <a:rPr lang="en-US" sz="1800" dirty="0">
                <a:latin typeface="Times New Roman" panose="02020603050405020304" pitchFamily="18" charset="0"/>
                <a:ea typeface="Calibri" panose="020F0502020204030204" pitchFamily="34" charset="0"/>
              </a:rPr>
              <a:t>. </a:t>
            </a:r>
            <a:r>
              <a:rPr lang="en-US" sz="1800" dirty="0" err="1">
                <a:latin typeface="Times New Roman" panose="02020603050405020304" pitchFamily="18" charset="0"/>
                <a:ea typeface="Calibri" panose="020F0502020204030204" pitchFamily="34" charset="0"/>
              </a:rPr>
              <a:t>beleženje</a:t>
            </a:r>
            <a:r>
              <a:rPr lang="en-US" sz="1800" dirty="0">
                <a:latin typeface="Times New Roman" panose="02020603050405020304" pitchFamily="18" charset="0"/>
                <a:ea typeface="Calibri" panose="020F0502020204030204" pitchFamily="34" charset="0"/>
              </a:rPr>
              <a:t> </a:t>
            </a:r>
            <a:r>
              <a:rPr lang="en-US" sz="1800" dirty="0" err="1">
                <a:latin typeface="Times New Roman" panose="02020603050405020304" pitchFamily="18" charset="0"/>
                <a:ea typeface="Calibri" panose="020F0502020204030204" pitchFamily="34" charset="0"/>
              </a:rPr>
              <a:t>trenutnog</a:t>
            </a:r>
            <a:r>
              <a:rPr lang="en-US" sz="1800" dirty="0">
                <a:latin typeface="Times New Roman" panose="02020603050405020304" pitchFamily="18" charset="0"/>
                <a:ea typeface="Calibri" panose="020F0502020204030204" pitchFamily="34" charset="0"/>
              </a:rPr>
              <a:t> </a:t>
            </a:r>
            <a:r>
              <a:rPr lang="en-US" sz="1800" dirty="0" err="1">
                <a:latin typeface="Times New Roman" panose="02020603050405020304" pitchFamily="18" charset="0"/>
                <a:ea typeface="Calibri" panose="020F0502020204030204" pitchFamily="34" charset="0"/>
              </a:rPr>
              <a:t>stanja</a:t>
            </a:r>
            <a:r>
              <a:rPr lang="en-US" sz="1800" dirty="0">
                <a:latin typeface="Times New Roman" panose="02020603050405020304" pitchFamily="18" charset="0"/>
                <a:ea typeface="Calibri" panose="020F0502020204030204" pitchFamily="34" charset="0"/>
              </a:rPr>
              <a:t> </a:t>
            </a:r>
            <a:r>
              <a:rPr lang="en-US" sz="1800" dirty="0" err="1">
                <a:latin typeface="Times New Roman" panose="02020603050405020304" pitchFamily="18" charset="0"/>
                <a:ea typeface="Calibri" panose="020F0502020204030204" pitchFamily="34" charset="0"/>
              </a:rPr>
              <a:t>klastera</a:t>
            </a:r>
            <a:r>
              <a:rPr lang="en-US" sz="1800" dirty="0">
                <a:latin typeface="Times New Roman" panose="02020603050405020304" pitchFamily="18" charset="0"/>
                <a:ea typeface="Calibri" panose="020F0502020204030204" pitchFamily="34" charset="0"/>
              </a:rPr>
              <a:t> (</a:t>
            </a:r>
            <a:r>
              <a:rPr lang="en-US" sz="1800" dirty="0" err="1">
                <a:latin typeface="Times New Roman" panose="02020603050405020304" pitchFamily="18" charset="0"/>
                <a:ea typeface="Calibri" panose="020F0502020204030204" pitchFamily="34" charset="0"/>
              </a:rPr>
              <a:t>podaci</a:t>
            </a:r>
            <a:r>
              <a:rPr lang="en-US" sz="1800" dirty="0">
                <a:latin typeface="Times New Roman" panose="02020603050405020304" pitchFamily="18" charset="0"/>
                <a:ea typeface="Calibri" panose="020F0502020204030204" pitchFamily="34" charset="0"/>
              </a:rPr>
              <a:t> + </a:t>
            </a:r>
            <a:r>
              <a:rPr lang="en-US" sz="1800" dirty="0" err="1">
                <a:latin typeface="Times New Roman" panose="02020603050405020304" pitchFamily="18" charset="0"/>
                <a:ea typeface="Calibri" panose="020F0502020204030204" pitchFamily="34" charset="0"/>
              </a:rPr>
              <a:t>podešavanja</a:t>
            </a:r>
            <a:r>
              <a:rPr lang="en-US" sz="1800" dirty="0">
                <a:latin typeface="Times New Roman" panose="02020603050405020304" pitchFamily="18" charset="0"/>
                <a:ea typeface="Calibri" panose="020F0502020204030204" pitchFamily="34" charset="0"/>
              </a:rPr>
              <a:t>)</a:t>
            </a:r>
          </a:p>
          <a:p>
            <a:r>
              <a:rPr lang="en-US" sz="1800" dirty="0" err="1">
                <a:latin typeface="Times New Roman" panose="02020603050405020304" pitchFamily="18" charset="0"/>
                <a:ea typeface="Calibri" panose="020F0502020204030204" pitchFamily="34" charset="0"/>
              </a:rPr>
              <a:t>Sekundarni</a:t>
            </a:r>
            <a:r>
              <a:rPr lang="en-US" sz="1800" dirty="0">
                <a:latin typeface="Times New Roman" panose="02020603050405020304" pitchFamily="18" charset="0"/>
                <a:ea typeface="Calibri" panose="020F0502020204030204" pitchFamily="34" charset="0"/>
              </a:rPr>
              <a:t> </a:t>
            </a:r>
            <a:r>
              <a:rPr lang="en-US" sz="1800" dirty="0" err="1">
                <a:latin typeface="Times New Roman" panose="02020603050405020304" pitchFamily="18" charset="0"/>
                <a:ea typeface="Calibri" panose="020F0502020204030204" pitchFamily="34" charset="0"/>
              </a:rPr>
              <a:t>čvor</a:t>
            </a:r>
            <a:r>
              <a:rPr lang="en-US" sz="1800" dirty="0">
                <a:latin typeface="Times New Roman" panose="02020603050405020304" pitchFamily="18" charset="0"/>
                <a:ea typeface="Calibri" panose="020F0502020204030204" pitchFamily="34" charset="0"/>
              </a:rPr>
              <a:t> </a:t>
            </a:r>
            <a:r>
              <a:rPr lang="en-US" sz="1800" dirty="0" err="1">
                <a:latin typeface="Times New Roman" panose="02020603050405020304" pitchFamily="18" charset="0"/>
                <a:ea typeface="Calibri" panose="020F0502020204030204" pitchFamily="34" charset="0"/>
              </a:rPr>
              <a:t>i</a:t>
            </a:r>
            <a:r>
              <a:rPr lang="en-US" sz="1800" dirty="0">
                <a:latin typeface="Times New Roman" panose="02020603050405020304" pitchFamily="18" charset="0"/>
                <a:ea typeface="Calibri" panose="020F0502020204030204" pitchFamily="34" charset="0"/>
              </a:rPr>
              <a:t> </a:t>
            </a:r>
            <a:r>
              <a:rPr lang="en-US" sz="1800" dirty="0" err="1">
                <a:latin typeface="Times New Roman" panose="02020603050405020304" pitchFamily="18" charset="0"/>
                <a:ea typeface="Calibri" panose="020F0502020204030204" pitchFamily="34" charset="0"/>
              </a:rPr>
              <a:t>inkrementalni</a:t>
            </a:r>
            <a:r>
              <a:rPr lang="en-US" sz="1800" dirty="0">
                <a:latin typeface="Times New Roman" panose="02020603050405020304" pitchFamily="18" charset="0"/>
                <a:ea typeface="Calibri" panose="020F0502020204030204" pitchFamily="34" charset="0"/>
              </a:rPr>
              <a:t> snapshot</a:t>
            </a:r>
          </a:p>
          <a:p>
            <a:r>
              <a:rPr lang="en-US" sz="1800" b="1" dirty="0">
                <a:latin typeface="Times New Roman" panose="02020603050405020304" pitchFamily="18" charset="0"/>
                <a:ea typeface="Calibri" panose="020F0502020204030204" pitchFamily="34" charset="0"/>
              </a:rPr>
              <a:t>Cloud Backup</a:t>
            </a:r>
          </a:p>
          <a:p>
            <a:r>
              <a:rPr lang="en-US" sz="1800" b="1" dirty="0">
                <a:latin typeface="Times New Roman" panose="02020603050405020304" pitchFamily="18" charset="0"/>
                <a:ea typeface="Calibri" panose="020F0502020204030204" pitchFamily="34" charset="0"/>
              </a:rPr>
              <a:t>Continuous Cloud Backup </a:t>
            </a:r>
            <a:r>
              <a:rPr lang="en-US" sz="1800" dirty="0">
                <a:latin typeface="Times New Roman" panose="02020603050405020304" pitchFamily="18" charset="0"/>
                <a:ea typeface="Calibri" panose="020F0502020204030204" pitchFamily="34" charset="0"/>
              </a:rPr>
              <a:t>– PITR (Point In Time Recovery) , </a:t>
            </a:r>
            <a:r>
              <a:rPr lang="en-US" sz="1800" dirty="0" err="1">
                <a:latin typeface="Times New Roman" panose="02020603050405020304" pitchFamily="18" charset="0"/>
                <a:ea typeface="Calibri" panose="020F0502020204030204" pitchFamily="34" charset="0"/>
              </a:rPr>
              <a:t>čuva</a:t>
            </a:r>
            <a:r>
              <a:rPr lang="en-US" sz="1800" dirty="0">
                <a:latin typeface="Times New Roman" panose="02020603050405020304" pitchFamily="18" charset="0"/>
                <a:ea typeface="Calibri" panose="020F0502020204030204" pitchFamily="34" charset="0"/>
              </a:rPr>
              <a:t> se </a:t>
            </a:r>
            <a:r>
              <a:rPr lang="en-US" sz="1800" dirty="0" err="1">
                <a:latin typeface="Times New Roman" panose="02020603050405020304" pitchFamily="18" charset="0"/>
                <a:ea typeface="Calibri" panose="020F0502020204030204" pitchFamily="34" charset="0"/>
              </a:rPr>
              <a:t>oplog</a:t>
            </a:r>
            <a:r>
              <a:rPr lang="en-US" sz="1800" dirty="0">
                <a:latin typeface="Times New Roman" panose="02020603050405020304" pitchFamily="18" charset="0"/>
                <a:ea typeface="Calibri" panose="020F0502020204030204" pitchFamily="34" charset="0"/>
              </a:rPr>
              <a:t> za </a:t>
            </a:r>
            <a:r>
              <a:rPr lang="en-US" sz="1800" dirty="0" err="1">
                <a:latin typeface="Times New Roman" panose="02020603050405020304" pitchFamily="18" charset="0"/>
                <a:ea typeface="Calibri" panose="020F0502020204030204" pitchFamily="34" charset="0"/>
              </a:rPr>
              <a:t>oporavak</a:t>
            </a:r>
            <a:r>
              <a:rPr lang="en-US" sz="1800" dirty="0">
                <a:latin typeface="Times New Roman" panose="02020603050405020304" pitchFamily="18" charset="0"/>
                <a:ea typeface="Calibri" panose="020F0502020204030204" pitchFamily="34" charset="0"/>
              </a:rPr>
              <a:t> </a:t>
            </a:r>
            <a:r>
              <a:rPr lang="en-US" sz="1800" dirty="0" err="1">
                <a:latin typeface="Times New Roman" panose="02020603050405020304" pitchFamily="18" charset="0"/>
                <a:ea typeface="Calibri" panose="020F0502020204030204" pitchFamily="34" charset="0"/>
              </a:rPr>
              <a:t>na</a:t>
            </a:r>
            <a:r>
              <a:rPr lang="en-US" sz="1800" dirty="0">
                <a:latin typeface="Times New Roman" panose="02020603050405020304" pitchFamily="18" charset="0"/>
                <a:ea typeface="Calibri" panose="020F0502020204030204" pitchFamily="34" charset="0"/>
              </a:rPr>
              <a:t> </a:t>
            </a:r>
            <a:r>
              <a:rPr lang="en-US" sz="1800" dirty="0" err="1">
                <a:latin typeface="Times New Roman" panose="02020603050405020304" pitchFamily="18" charset="0"/>
                <a:ea typeface="Calibri" panose="020F0502020204030204" pitchFamily="34" charset="0"/>
              </a:rPr>
              <a:t>tačno</a:t>
            </a:r>
            <a:r>
              <a:rPr lang="en-US" sz="1800" dirty="0">
                <a:latin typeface="Times New Roman" panose="02020603050405020304" pitchFamily="18" charset="0"/>
                <a:ea typeface="Calibri" panose="020F0502020204030204" pitchFamily="34" charset="0"/>
              </a:rPr>
              <a:t> </a:t>
            </a:r>
            <a:r>
              <a:rPr lang="en-US" sz="1800" dirty="0" err="1">
                <a:latin typeface="Times New Roman" panose="02020603050405020304" pitchFamily="18" charset="0"/>
                <a:ea typeface="Calibri" panose="020F0502020204030204" pitchFamily="34" charset="0"/>
              </a:rPr>
              <a:t>vreme</a:t>
            </a:r>
            <a:endParaRPr lang="en-US" sz="1800" dirty="0">
              <a:latin typeface="Times New Roman" panose="02020603050405020304" pitchFamily="18" charset="0"/>
              <a:ea typeface="Calibri" panose="020F0502020204030204" pitchFamily="34" charset="0"/>
            </a:endParaRPr>
          </a:p>
          <a:p>
            <a:r>
              <a:rPr lang="en-US" sz="1800" dirty="0" err="1">
                <a:latin typeface="Times New Roman" panose="02020603050405020304" pitchFamily="18" charset="0"/>
                <a:ea typeface="Calibri" panose="020F0502020204030204" pitchFamily="34" charset="0"/>
              </a:rPr>
              <a:t>Oporavkom</a:t>
            </a:r>
            <a:r>
              <a:rPr lang="en-US" sz="1800" dirty="0">
                <a:latin typeface="Times New Roman" panose="02020603050405020304" pitchFamily="18" charset="0"/>
                <a:ea typeface="Calibri" panose="020F0502020204030204" pitchFamily="34" charset="0"/>
              </a:rPr>
              <a:t> </a:t>
            </a:r>
            <a:r>
              <a:rPr lang="en-US" sz="1800" dirty="0" err="1">
                <a:latin typeface="Times New Roman" panose="02020603050405020304" pitchFamily="18" charset="0"/>
                <a:ea typeface="Calibri" panose="020F0502020204030204" pitchFamily="34" charset="0"/>
              </a:rPr>
              <a:t>upravlja</a:t>
            </a:r>
            <a:r>
              <a:rPr lang="en-US" sz="1800" dirty="0">
                <a:latin typeface="Times New Roman" panose="02020603050405020304" pitchFamily="18" charset="0"/>
                <a:ea typeface="Calibri" panose="020F0502020204030204" pitchFamily="34" charset="0"/>
              </a:rPr>
              <a:t> Atlas, </a:t>
            </a:r>
            <a:r>
              <a:rPr lang="en-US" sz="1800" dirty="0" err="1">
                <a:latin typeface="Times New Roman" panose="02020603050405020304" pitchFamily="18" charset="0"/>
                <a:ea typeface="Calibri" panose="020F0502020204030204" pitchFamily="34" charset="0"/>
              </a:rPr>
              <a:t>nema</a:t>
            </a:r>
            <a:r>
              <a:rPr lang="en-US" sz="1800" dirty="0">
                <a:latin typeface="Times New Roman" panose="02020603050405020304" pitchFamily="18" charset="0"/>
                <a:ea typeface="Calibri" panose="020F0502020204030204" pitchFamily="34" charset="0"/>
              </a:rPr>
              <a:t> </a:t>
            </a:r>
            <a:r>
              <a:rPr lang="en-US" sz="1800" dirty="0" err="1">
                <a:latin typeface="Times New Roman" panose="02020603050405020304" pitchFamily="18" charset="0"/>
                <a:ea typeface="Calibri" panose="020F0502020204030204" pitchFamily="34" charset="0"/>
              </a:rPr>
              <a:t>potrebe</a:t>
            </a:r>
            <a:r>
              <a:rPr lang="en-US" sz="1800" dirty="0">
                <a:latin typeface="Times New Roman" panose="02020603050405020304" pitchFamily="18" charset="0"/>
                <a:ea typeface="Calibri" panose="020F0502020204030204" pitchFamily="34" charset="0"/>
              </a:rPr>
              <a:t> za </a:t>
            </a:r>
            <a:r>
              <a:rPr lang="en-US" sz="1800" dirty="0" err="1">
                <a:latin typeface="Times New Roman" panose="02020603050405020304" pitchFamily="18" charset="0"/>
                <a:ea typeface="Calibri" panose="020F0502020204030204" pitchFamily="34" charset="0"/>
              </a:rPr>
              <a:t>dodatnom</a:t>
            </a:r>
            <a:r>
              <a:rPr lang="en-US" sz="1800" dirty="0">
                <a:latin typeface="Times New Roman" panose="02020603050405020304" pitchFamily="18" charset="0"/>
                <a:ea typeface="Calibri" panose="020F0502020204030204" pitchFamily="34" charset="0"/>
              </a:rPr>
              <a:t> </a:t>
            </a:r>
            <a:r>
              <a:rPr lang="en-US" sz="1800" dirty="0" err="1">
                <a:latin typeface="Times New Roman" panose="02020603050405020304" pitchFamily="18" charset="0"/>
                <a:ea typeface="Calibri" panose="020F0502020204030204" pitchFamily="34" charset="0"/>
              </a:rPr>
              <a:t>orkestracijom</a:t>
            </a:r>
            <a:endParaRPr lang="en-US" sz="1800" dirty="0">
              <a:latin typeface="Times New Roman" panose="02020603050405020304" pitchFamily="18" charset="0"/>
              <a:ea typeface="Calibri" panose="020F0502020204030204" pitchFamily="34" charset="0"/>
            </a:endParaRPr>
          </a:p>
          <a:p>
            <a:r>
              <a:rPr lang="en-US" sz="1800" dirty="0" err="1">
                <a:latin typeface="Times New Roman" panose="02020603050405020304" pitchFamily="18" charset="0"/>
                <a:ea typeface="Calibri" panose="020F0502020204030204" pitchFamily="34" charset="0"/>
              </a:rPr>
              <a:t>Nedostupni</a:t>
            </a:r>
            <a:r>
              <a:rPr lang="en-US" sz="1800" dirty="0">
                <a:latin typeface="Times New Roman" panose="02020603050405020304" pitchFamily="18" charset="0"/>
                <a:ea typeface="Calibri" panose="020F0502020204030204" pitchFamily="34" charset="0"/>
              </a:rPr>
              <a:t> za M0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17F67E48-9A9C-4B93-B3A3-8E02846F18FB}"/>
              </a:ext>
            </a:extLst>
          </p:cNvPr>
          <p:cNvPicPr/>
          <p:nvPr/>
        </p:nvPicPr>
        <p:blipFill>
          <a:blip r:embed="rId2"/>
          <a:stretch>
            <a:fillRect/>
          </a:stretch>
        </p:blipFill>
        <p:spPr>
          <a:xfrm>
            <a:off x="7410417" y="808056"/>
            <a:ext cx="2018665" cy="4173855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D57490B0-6093-43C3-8C92-D57DA8591146}"/>
              </a:ext>
            </a:extLst>
          </p:cNvPr>
          <p:cNvPicPr/>
          <p:nvPr/>
        </p:nvPicPr>
        <p:blipFill rotWithShape="1">
          <a:blip r:embed="rId3"/>
          <a:srcRect t="1346" b="937"/>
          <a:stretch/>
        </p:blipFill>
        <p:spPr bwMode="auto">
          <a:xfrm>
            <a:off x="9774159" y="803611"/>
            <a:ext cx="2056130" cy="4178300"/>
          </a:xfrm>
          <a:prstGeom prst="rect">
            <a:avLst/>
          </a:prstGeom>
          <a:ln>
            <a:noFill/>
          </a:ln>
          <a:extLst>
            <a:ext uri="{53640926-AAD7-44D8-BBD7-CCE9431645EC}">
              <a14:shadowObscured xmlns:a14="http://schemas.microsoft.com/office/drawing/2010/main"/>
            </a:ext>
          </a:extLst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7994E06F-9FF0-4C19-920E-4E5FACBC0CBB}"/>
              </a:ext>
            </a:extLst>
          </p:cNvPr>
          <p:cNvSpPr txBox="1"/>
          <p:nvPr/>
        </p:nvSpPr>
        <p:spPr>
          <a:xfrm>
            <a:off x="7613480" y="4981911"/>
            <a:ext cx="552540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800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Single-Region		vs	Multi-Region </a:t>
            </a:r>
          </a:p>
          <a:p>
            <a:r>
              <a:rPr lang="en-US" sz="1800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			Cluster Backup</a:t>
            </a:r>
          </a:p>
        </p:txBody>
      </p:sp>
    </p:spTree>
    <p:extLst>
      <p:ext uri="{BB962C8B-B14F-4D97-AF65-F5344CB8AC3E}">
        <p14:creationId xmlns:p14="http://schemas.microsoft.com/office/powerpoint/2010/main" val="402053948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D772B1-A955-4393-BCC9-C98B835B129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452417" y="711991"/>
            <a:ext cx="7958331" cy="1077229"/>
          </a:xfrm>
        </p:spPr>
        <p:txBody>
          <a:bodyPr/>
          <a:lstStyle/>
          <a:p>
            <a:pPr algn="l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Cloud/ Ops Manager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2BB20C2-65C5-463A-BBE6-79D2369A90A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982632" y="4184555"/>
            <a:ext cx="7471760" cy="2274967"/>
          </a:xfrm>
        </p:spPr>
        <p:txBody>
          <a:bodyPr>
            <a:noAutofit/>
          </a:bodyPr>
          <a:lstStyle/>
          <a:p>
            <a:r>
              <a:rPr lang="en-US" sz="1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Samostalna</a:t>
            </a: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orkestracija</a:t>
            </a: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uz</a:t>
            </a: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podršku</a:t>
            </a: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hostovanog</a:t>
            </a: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servisa</a:t>
            </a: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za </a:t>
            </a:r>
            <a:r>
              <a:rPr lang="en-US" sz="1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bekap</a:t>
            </a: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en-US" sz="1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nadzor</a:t>
            </a: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i</a:t>
            </a: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automatizaciju</a:t>
            </a:r>
            <a:endParaRPr lang="en-US" sz="1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sz="1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Cloud Manager </a:t>
            </a:r>
            <a:r>
              <a:rPr lang="en-US" sz="1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upravlja</a:t>
            </a: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MongoDB </a:t>
            </a:r>
            <a:r>
              <a:rPr lang="en-US" sz="1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instancama</a:t>
            </a: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gde</a:t>
            </a: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god da </a:t>
            </a:r>
            <a:r>
              <a:rPr lang="en-US" sz="1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su</a:t>
            </a: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pokrenute</a:t>
            </a:r>
            <a:endParaRPr lang="en-US" sz="1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sz="1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Ops Manager </a:t>
            </a:r>
            <a:r>
              <a:rPr lang="en-US" sz="1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pruža</a:t>
            </a: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istu</a:t>
            </a: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platformu</a:t>
            </a: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uz</a:t>
            </a: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mogućnost</a:t>
            </a: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pokretanja</a:t>
            </a: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na</a:t>
            </a: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sopstvenoj</a:t>
            </a: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infrastrukturi</a:t>
            </a:r>
            <a:endParaRPr lang="en-US" sz="1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sz="1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PITR 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0C74D1D1-2816-4519-81AE-A767DD78F127}"/>
              </a:ext>
            </a:extLst>
          </p:cNvPr>
          <p:cNvPicPr/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34303" y="1322077"/>
            <a:ext cx="6372225" cy="2703830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2963D0F8-EF58-4AA1-B83C-9A7C9B5877D5}"/>
              </a:ext>
            </a:extLst>
          </p:cNvPr>
          <p:cNvSpPr txBox="1"/>
          <p:nvPr/>
        </p:nvSpPr>
        <p:spPr>
          <a:xfrm>
            <a:off x="8808440" y="2248250"/>
            <a:ext cx="166941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Cloud Manager</a:t>
            </a:r>
          </a:p>
        </p:txBody>
      </p:sp>
    </p:spTree>
    <p:extLst>
      <p:ext uri="{BB962C8B-B14F-4D97-AF65-F5344CB8AC3E}">
        <p14:creationId xmlns:p14="http://schemas.microsoft.com/office/powerpoint/2010/main" val="216678026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D772B1-A955-4393-BCC9-C98B835B12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Snapshot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fajl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sistema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2BB20C2-65C5-463A-BBE6-79D2369A90A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611808" y="1346670"/>
            <a:ext cx="7111032" cy="3351165"/>
          </a:xfrm>
        </p:spPr>
        <p:txBody>
          <a:bodyPr>
            <a:normAutofit/>
          </a:bodyPr>
          <a:lstStyle/>
          <a:p>
            <a:r>
              <a:rPr lang="en-US" sz="18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Fizički</a:t>
            </a: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oporavak</a:t>
            </a: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sistema</a:t>
            </a: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pomoću</a:t>
            </a: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snapshot-a</a:t>
            </a:r>
          </a:p>
          <a:p>
            <a:r>
              <a:rPr lang="en-US" sz="1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Zamrzavanje</a:t>
            </a: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stanja</a:t>
            </a: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podataka</a:t>
            </a: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bez </a:t>
            </a:r>
            <a:r>
              <a:rPr lang="en-US" sz="1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prolazak</a:t>
            </a: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kroz</a:t>
            </a: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dokumente</a:t>
            </a: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– </a:t>
            </a:r>
            <a:r>
              <a:rPr lang="en-US" sz="1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velika</a:t>
            </a: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brzina</a:t>
            </a:r>
            <a:endParaRPr lang="en-US" sz="1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sz="1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Checkpoints </a:t>
            </a:r>
          </a:p>
          <a:p>
            <a:r>
              <a:rPr lang="en-US" sz="1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Snapshot </a:t>
            </a: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mora </a:t>
            </a:r>
            <a:r>
              <a:rPr lang="en-US" sz="1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obuhvatiti</a:t>
            </a: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i</a:t>
            </a: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log </a:t>
            </a:r>
            <a:r>
              <a:rPr lang="en-US" sz="1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datoteku</a:t>
            </a: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</a:p>
          <a:p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Ne </a:t>
            </a:r>
            <a:r>
              <a:rPr lang="en-US" sz="1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podržava</a:t>
            </a: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PITR</a:t>
            </a:r>
          </a:p>
        </p:txBody>
      </p:sp>
    </p:spTree>
    <p:extLst>
      <p:ext uri="{BB962C8B-B14F-4D97-AF65-F5344CB8AC3E}">
        <p14:creationId xmlns:p14="http://schemas.microsoft.com/office/powerpoint/2010/main" val="294000143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EF149F0-B5BA-4429-9315-CA1DDA9EFB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Mongodump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/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mongorestore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6CA3A20-4CD4-493A-84A5-0D7996A5055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122229" y="1573943"/>
            <a:ext cx="7457964" cy="2301771"/>
          </a:xfrm>
        </p:spPr>
        <p:txBody>
          <a:bodyPr>
            <a:noAutofit/>
          </a:bodyPr>
          <a:lstStyle/>
          <a:p>
            <a:pPr algn="just"/>
            <a:r>
              <a:rPr lang="en-US" sz="18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Logička</a:t>
            </a:r>
            <a:r>
              <a:rPr lang="en-US" sz="1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kopija</a:t>
            </a: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podataka</a:t>
            </a: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– </a:t>
            </a:r>
            <a:r>
              <a:rPr lang="en-US" sz="1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lak</a:t>
            </a: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prenos</a:t>
            </a: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između</a:t>
            </a: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okruženja</a:t>
            </a:r>
            <a:endParaRPr lang="en-US" sz="1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just"/>
            <a:r>
              <a:rPr lang="en-US" sz="1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Granularnost</a:t>
            </a: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- </a:t>
            </a:r>
            <a:r>
              <a:rPr lang="en-US" sz="1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pogodan</a:t>
            </a: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za </a:t>
            </a:r>
            <a:r>
              <a:rPr lang="en-US" sz="1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selektivni</a:t>
            </a: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oporavak</a:t>
            </a: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i</a:t>
            </a: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migracije</a:t>
            </a:r>
            <a:endParaRPr lang="en-US" sz="1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just"/>
            <a:r>
              <a:rPr lang="en-US" sz="1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Ponovna</a:t>
            </a: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izgradnja</a:t>
            </a: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indeksa</a:t>
            </a: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pri</a:t>
            </a: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oporavku</a:t>
            </a: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(</a:t>
            </a:r>
            <a:r>
              <a:rPr lang="en-US" sz="1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podrazumevano</a:t>
            </a: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)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1812840E-D312-4FB3-96EF-E22E453303B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57285" y="4185674"/>
            <a:ext cx="4677428" cy="819264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F62452AD-A055-4E34-B519-1D68F620D43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23679" y="5319095"/>
            <a:ext cx="6744641" cy="8478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7819269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A6FD232-5D01-47B7-A9A2-8757040CE0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Pregled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A206DA1-EB96-4284-AFC7-15383F6BCE7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328982" y="1582332"/>
            <a:ext cx="7796540" cy="3997828"/>
          </a:xfrm>
        </p:spPr>
        <p:txBody>
          <a:bodyPr>
            <a:normAutofit lnSpcReduction="10000"/>
          </a:bodyPr>
          <a:lstStyle/>
          <a:p>
            <a:pPr algn="just"/>
            <a:r>
              <a:rPr lang="en-US" sz="1800" dirty="0" err="1"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Izbor</a:t>
            </a:r>
            <a:r>
              <a:rPr lang="en-US" sz="1800" dirty="0"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 </a:t>
            </a:r>
            <a:r>
              <a:rPr lang="en-US" sz="1800" dirty="0" err="1"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na</a:t>
            </a:r>
            <a:r>
              <a:rPr lang="en-US" sz="1800" dirty="0"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 </a:t>
            </a:r>
            <a:r>
              <a:rPr lang="en-US" sz="1800" dirty="0" err="1"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osnovu</a:t>
            </a:r>
            <a:r>
              <a:rPr lang="en-US" sz="1800" dirty="0"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 </a:t>
            </a:r>
            <a:r>
              <a:rPr lang="en-US" sz="1800" dirty="0" err="1"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performansi</a:t>
            </a:r>
            <a:endParaRPr lang="en-US" sz="1800" dirty="0">
              <a:effectLst/>
              <a:latin typeface="Times New Roman" panose="02020603050405020304" pitchFamily="18" charset="0"/>
              <a:ea typeface="Calibri" panose="020F0502020204030204" pitchFamily="34" charset="0"/>
            </a:endParaRPr>
          </a:p>
          <a:p>
            <a:pPr algn="just"/>
            <a:r>
              <a:rPr lang="en-US" sz="1800" dirty="0" err="1"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Nizak</a:t>
            </a:r>
            <a:r>
              <a:rPr lang="en-US" sz="1800" dirty="0"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 RTO – </a:t>
            </a:r>
            <a:r>
              <a:rPr lang="en-US" sz="1800" dirty="0" err="1"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kratko</a:t>
            </a:r>
            <a:r>
              <a:rPr lang="en-US" sz="1800" dirty="0"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 </a:t>
            </a:r>
            <a:r>
              <a:rPr lang="en-US" sz="1800" dirty="0" err="1"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vreme</a:t>
            </a:r>
            <a:r>
              <a:rPr lang="en-US" sz="1800" dirty="0"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 </a:t>
            </a:r>
            <a:r>
              <a:rPr lang="en-US" sz="1800" dirty="0" err="1"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oporavka</a:t>
            </a:r>
            <a:r>
              <a:rPr lang="en-US" sz="1800" dirty="0">
                <a:latin typeface="Times New Roman" panose="02020603050405020304" pitchFamily="18" charset="0"/>
                <a:ea typeface="Calibri" panose="020F0502020204030204" pitchFamily="34" charset="0"/>
              </a:rPr>
              <a:t> – </a:t>
            </a:r>
            <a:r>
              <a:rPr lang="en-US" sz="1800" dirty="0" err="1">
                <a:latin typeface="Times New Roman" panose="02020603050405020304" pitchFamily="18" charset="0"/>
                <a:ea typeface="Calibri" panose="020F0502020204030204" pitchFamily="34" charset="0"/>
              </a:rPr>
              <a:t>fizički</a:t>
            </a:r>
            <a:r>
              <a:rPr lang="en-US" sz="1800" dirty="0">
                <a:latin typeface="Times New Roman" panose="02020603050405020304" pitchFamily="18" charset="0"/>
                <a:ea typeface="Calibri" panose="020F0502020204030204" pitchFamily="34" charset="0"/>
              </a:rPr>
              <a:t> snapshot</a:t>
            </a:r>
          </a:p>
          <a:p>
            <a:pPr algn="just"/>
            <a:r>
              <a:rPr lang="en-US" sz="1800" dirty="0" err="1"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Nizak</a:t>
            </a:r>
            <a:r>
              <a:rPr lang="en-US" sz="1800" dirty="0"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 RPO – </a:t>
            </a:r>
            <a:r>
              <a:rPr lang="en-US" sz="1800" dirty="0" err="1"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mali</a:t>
            </a:r>
            <a:r>
              <a:rPr lang="en-US" sz="1800" dirty="0"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 </a:t>
            </a:r>
            <a:r>
              <a:rPr lang="en-US" sz="1800" dirty="0" err="1"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gubitak</a:t>
            </a:r>
            <a:r>
              <a:rPr lang="en-US" sz="1800" dirty="0"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 </a:t>
            </a:r>
            <a:r>
              <a:rPr lang="en-US" sz="1800" dirty="0" err="1"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podataka</a:t>
            </a:r>
            <a:r>
              <a:rPr lang="en-US" sz="1800" dirty="0"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, </a:t>
            </a:r>
            <a:r>
              <a:rPr lang="en-US" sz="1800" dirty="0" err="1"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često</a:t>
            </a:r>
            <a:r>
              <a:rPr lang="en-US" sz="1800" dirty="0"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 </a:t>
            </a:r>
            <a:r>
              <a:rPr lang="en-US" sz="1800" dirty="0" err="1"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omogućen</a:t>
            </a:r>
            <a:r>
              <a:rPr lang="en-US" sz="1800" dirty="0"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 PITR – Atlas Continuous Cloud, Cloud/ Ops Manager</a:t>
            </a:r>
          </a:p>
          <a:p>
            <a:pPr algn="just"/>
            <a:r>
              <a:rPr lang="en-US" sz="1800" dirty="0"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Mala </a:t>
            </a:r>
            <a:r>
              <a:rPr lang="en-US" sz="1800" dirty="0" err="1"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operativna</a:t>
            </a:r>
            <a:r>
              <a:rPr lang="en-US" sz="1800" dirty="0"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 </a:t>
            </a:r>
            <a:r>
              <a:rPr lang="en-US" sz="1800" dirty="0" err="1"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složenost</a:t>
            </a:r>
            <a:r>
              <a:rPr lang="en-US" sz="1800" dirty="0"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 – </a:t>
            </a:r>
            <a:r>
              <a:rPr lang="en-US" sz="1800" dirty="0" err="1"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rešenja</a:t>
            </a:r>
            <a:r>
              <a:rPr lang="en-US" sz="1800" dirty="0"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 </a:t>
            </a:r>
            <a:r>
              <a:rPr lang="en-US" sz="1800" dirty="0" err="1"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koja</a:t>
            </a:r>
            <a:r>
              <a:rPr lang="en-US" sz="1800" dirty="0"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 </a:t>
            </a:r>
            <a:r>
              <a:rPr lang="en-US" sz="1800" dirty="0" err="1"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pružaju</a:t>
            </a:r>
            <a:r>
              <a:rPr lang="en-US" sz="1800" dirty="0"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 </a:t>
            </a:r>
            <a:r>
              <a:rPr lang="en-US" sz="1800" dirty="0" err="1"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orkestraciju</a:t>
            </a:r>
            <a:r>
              <a:rPr lang="en-US" sz="1800" dirty="0"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 (Atlas Backup) </a:t>
            </a:r>
            <a:r>
              <a:rPr lang="en-US" sz="1800" dirty="0" err="1"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i</a:t>
            </a:r>
            <a:r>
              <a:rPr lang="en-US" sz="1800" dirty="0"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 </a:t>
            </a:r>
            <a:r>
              <a:rPr lang="en-US" sz="1800" dirty="0" err="1"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jednostavne</a:t>
            </a:r>
            <a:r>
              <a:rPr lang="en-US" sz="1800" dirty="0"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 </a:t>
            </a:r>
            <a:r>
              <a:rPr lang="en-US" sz="1800" dirty="0" err="1"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komande</a:t>
            </a:r>
            <a:r>
              <a:rPr lang="en-US" sz="1800" dirty="0"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 (</a:t>
            </a:r>
            <a:r>
              <a:rPr lang="en-US" sz="1800" dirty="0" err="1"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mongodump</a:t>
            </a:r>
            <a:r>
              <a:rPr lang="en-US" sz="1800" dirty="0"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/ </a:t>
            </a:r>
            <a:r>
              <a:rPr lang="en-US" sz="1800" dirty="0" err="1"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mongorestore</a:t>
            </a:r>
            <a:r>
              <a:rPr lang="en-US" sz="1800" dirty="0"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)</a:t>
            </a:r>
          </a:p>
          <a:p>
            <a:pPr algn="just"/>
            <a:r>
              <a:rPr lang="en-US" sz="1800" dirty="0" err="1">
                <a:latin typeface="Times New Roman" panose="02020603050405020304" pitchFamily="18" charset="0"/>
                <a:ea typeface="Calibri" panose="020F0502020204030204" pitchFamily="34" charset="0"/>
              </a:rPr>
              <a:t>Samostalne</a:t>
            </a:r>
            <a:r>
              <a:rPr lang="en-US" sz="1800" dirty="0">
                <a:latin typeface="Times New Roman" panose="02020603050405020304" pitchFamily="18" charset="0"/>
                <a:ea typeface="Calibri" panose="020F0502020204030204" pitchFamily="34" charset="0"/>
              </a:rPr>
              <a:t> instance – snapshot </a:t>
            </a:r>
            <a:r>
              <a:rPr lang="en-US" sz="1800" dirty="0" err="1">
                <a:latin typeface="Times New Roman" panose="02020603050405020304" pitchFamily="18" charset="0"/>
                <a:ea typeface="Calibri" panose="020F0502020204030204" pitchFamily="34" charset="0"/>
              </a:rPr>
              <a:t>fajl</a:t>
            </a:r>
            <a:r>
              <a:rPr lang="en-US" sz="1800" dirty="0">
                <a:latin typeface="Times New Roman" panose="02020603050405020304" pitchFamily="18" charset="0"/>
                <a:ea typeface="Calibri" panose="020F0502020204030204" pitchFamily="34" charset="0"/>
              </a:rPr>
              <a:t> Sistema </a:t>
            </a:r>
            <a:r>
              <a:rPr lang="en-US" sz="1800" dirty="0" err="1">
                <a:latin typeface="Times New Roman" panose="02020603050405020304" pitchFamily="18" charset="0"/>
                <a:ea typeface="Calibri" panose="020F0502020204030204" pitchFamily="34" charset="0"/>
              </a:rPr>
              <a:t>ili</a:t>
            </a:r>
            <a:r>
              <a:rPr lang="en-US" sz="1800" dirty="0">
                <a:latin typeface="Times New Roman" panose="02020603050405020304" pitchFamily="18" charset="0"/>
                <a:ea typeface="Calibri" panose="020F0502020204030204" pitchFamily="34" charset="0"/>
              </a:rPr>
              <a:t> </a:t>
            </a:r>
            <a:r>
              <a:rPr lang="en-US" sz="1800" dirty="0" err="1">
                <a:latin typeface="Times New Roman" panose="02020603050405020304" pitchFamily="18" charset="0"/>
                <a:ea typeface="Calibri" panose="020F0502020204030204" pitchFamily="34" charset="0"/>
              </a:rPr>
              <a:t>mongodump</a:t>
            </a:r>
            <a:r>
              <a:rPr lang="en-US" sz="1800" dirty="0">
                <a:latin typeface="Times New Roman" panose="02020603050405020304" pitchFamily="18" charset="0"/>
                <a:ea typeface="Calibri" panose="020F0502020204030204" pitchFamily="34" charset="0"/>
              </a:rPr>
              <a:t>/ </a:t>
            </a:r>
            <a:r>
              <a:rPr lang="en-US" sz="1800" dirty="0" err="1">
                <a:latin typeface="Times New Roman" panose="02020603050405020304" pitchFamily="18" charset="0"/>
                <a:ea typeface="Calibri" panose="020F0502020204030204" pitchFamily="34" charset="0"/>
              </a:rPr>
              <a:t>mongorestore</a:t>
            </a:r>
            <a:r>
              <a:rPr lang="en-US" sz="1800" dirty="0">
                <a:latin typeface="Times New Roman" panose="02020603050405020304" pitchFamily="18" charset="0"/>
                <a:ea typeface="Calibri" panose="020F0502020204030204" pitchFamily="34" charset="0"/>
              </a:rPr>
              <a:t>, </a:t>
            </a:r>
            <a:r>
              <a:rPr lang="en-US" sz="1800" dirty="0" err="1">
                <a:latin typeface="Times New Roman" panose="02020603050405020304" pitchFamily="18" charset="0"/>
                <a:ea typeface="Calibri" panose="020F0502020204030204" pitchFamily="34" charset="0"/>
              </a:rPr>
              <a:t>klasteri</a:t>
            </a:r>
            <a:r>
              <a:rPr lang="en-US" sz="1800" dirty="0">
                <a:latin typeface="Times New Roman" panose="02020603050405020304" pitchFamily="18" charset="0"/>
                <a:ea typeface="Calibri" panose="020F0502020204030204" pitchFamily="34" charset="0"/>
              </a:rPr>
              <a:t> – </a:t>
            </a:r>
            <a:r>
              <a:rPr lang="en-US" sz="1800" dirty="0" err="1">
                <a:latin typeface="Times New Roman" panose="02020603050405020304" pitchFamily="18" charset="0"/>
                <a:ea typeface="Calibri" panose="020F0502020204030204" pitchFamily="34" charset="0"/>
              </a:rPr>
              <a:t>kombinovanje</a:t>
            </a:r>
            <a:endParaRPr lang="en-US" sz="1800" dirty="0">
              <a:latin typeface="Times New Roman" panose="02020603050405020304" pitchFamily="18" charset="0"/>
              <a:ea typeface="Calibri" panose="020F0502020204030204" pitchFamily="34" charset="0"/>
            </a:endParaRPr>
          </a:p>
          <a:p>
            <a:pPr algn="just"/>
            <a:r>
              <a:rPr lang="en-US" sz="1800" dirty="0" err="1"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Testiranje</a:t>
            </a:r>
            <a:r>
              <a:rPr lang="en-US" sz="1800" dirty="0"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 </a:t>
            </a:r>
            <a:r>
              <a:rPr lang="en-US" sz="1800" dirty="0" err="1"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bekapa</a:t>
            </a:r>
            <a:endParaRPr lang="en-US" sz="1800" dirty="0">
              <a:latin typeface="Times New Roman" panose="02020603050405020304" pitchFamily="18" charset="0"/>
              <a:ea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74751477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D3D22C8-EB91-49E8-8CFA-144314FA9F2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595030" y="3428998"/>
            <a:ext cx="5518066" cy="2268559"/>
          </a:xfrm>
        </p:spPr>
        <p:txBody>
          <a:bodyPr/>
          <a:lstStyle/>
          <a:p>
            <a:r>
              <a:rPr lang="en-US" dirty="0" err="1"/>
              <a:t>Hvala</a:t>
            </a:r>
            <a:r>
              <a:rPr lang="en-US" dirty="0"/>
              <a:t> </a:t>
            </a:r>
            <a:r>
              <a:rPr lang="en-US" dirty="0" err="1"/>
              <a:t>na</a:t>
            </a:r>
            <a:r>
              <a:rPr lang="en-US" dirty="0"/>
              <a:t> </a:t>
            </a:r>
            <a:r>
              <a:rPr lang="en-US" dirty="0" err="1"/>
              <a:t>pažnji</a:t>
            </a:r>
            <a:endParaRPr lang="en-US" dirty="0"/>
          </a:p>
        </p:txBody>
      </p:sp>
      <p:pic>
        <p:nvPicPr>
          <p:cNvPr id="1026" name="Picture 2" descr="Download MongoDB Community Server | MongoDB">
            <a:extLst>
              <a:ext uri="{FF2B5EF4-FFF2-40B4-BE49-F238E27FC236}">
                <a16:creationId xmlns:a16="http://schemas.microsoft.com/office/drawing/2014/main" id="{612047F8-EB91-492C-AAE5-4663B122243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16200000">
            <a:off x="7165946" y="1761185"/>
            <a:ext cx="6858000" cy="333563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404450419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Madison">
  <a:themeElements>
    <a:clrScheme name="Madison">
      <a:dk1>
        <a:sysClr val="windowText" lastClr="000000"/>
      </a:dk1>
      <a:lt1>
        <a:sysClr val="window" lastClr="FFFFFF"/>
      </a:lt1>
      <a:dk2>
        <a:srgbClr val="1F2D29"/>
      </a:dk2>
      <a:lt2>
        <a:srgbClr val="C5FAEB"/>
      </a:lt2>
      <a:accent1>
        <a:srgbClr val="A1D68B"/>
      </a:accent1>
      <a:accent2>
        <a:srgbClr val="5EC795"/>
      </a:accent2>
      <a:accent3>
        <a:srgbClr val="4DADCF"/>
      </a:accent3>
      <a:accent4>
        <a:srgbClr val="CDB756"/>
      </a:accent4>
      <a:accent5>
        <a:srgbClr val="E29C36"/>
      </a:accent5>
      <a:accent6>
        <a:srgbClr val="8EC0C1"/>
      </a:accent6>
      <a:hlink>
        <a:srgbClr val="6D9D9B"/>
      </a:hlink>
      <a:folHlink>
        <a:srgbClr val="6D8583"/>
      </a:folHlink>
    </a:clrScheme>
    <a:fontScheme name="Madison">
      <a:majorFont>
        <a:latin typeface="Arial" panose="020B060402020202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Madison">
      <a:fillStyleLst>
        <a:solidFill>
          <a:schemeClr val="phClr"/>
        </a:solidFill>
        <a:gradFill rotWithShape="1">
          <a:gsLst>
            <a:gs pos="0">
              <a:schemeClr val="phClr">
                <a:tint val="48000"/>
                <a:alpha val="88000"/>
                <a:satMod val="105000"/>
                <a:lumMod val="110000"/>
              </a:schemeClr>
            </a:gs>
            <a:gs pos="100000">
              <a:schemeClr val="phClr">
                <a:tint val="78000"/>
                <a:alpha val="92000"/>
                <a:satMod val="109000"/>
                <a:lumMod val="10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8000"/>
                <a:satMod val="110000"/>
                <a:lumMod val="104000"/>
              </a:schemeClr>
            </a:gs>
            <a:gs pos="69000">
              <a:schemeClr val="phClr">
                <a:shade val="84000"/>
                <a:satMod val="130000"/>
                <a:lumMod val="92000"/>
              </a:schemeClr>
            </a:gs>
            <a:gs pos="100000">
              <a:schemeClr val="phClr">
                <a:shade val="76000"/>
                <a:satMod val="130000"/>
                <a:lumMod val="88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22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blipFill rotWithShape="1">
          <a:blip xmlns:r="http://schemas.openxmlformats.org/officeDocument/2006/relationships" r:embed="rId1"/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Madison" id="{025CB5FB-2DD3-45EE-B6F0-CC461540EB19}" vid="{6AC10936-2DFC-4054-9ADF-B5E2C5F86190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{80584868-D802-4B00-8B28-916AEA5BAE00}TF37254b02-f5b5-44b0-803d-e6af9466a024d8712c6d-28d3f990fef7</Template>
  <TotalTime>389</TotalTime>
  <Words>370</Words>
  <Application>Microsoft Office PowerPoint</Application>
  <PresentationFormat>Widescreen</PresentationFormat>
  <Paragraphs>63</Paragraphs>
  <Slides>12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9" baseType="lpstr">
      <vt:lpstr>Arial</vt:lpstr>
      <vt:lpstr>Calibri Light</vt:lpstr>
      <vt:lpstr>MS Shell Dlg 2</vt:lpstr>
      <vt:lpstr>Times New Roman</vt:lpstr>
      <vt:lpstr>Wingdings</vt:lpstr>
      <vt:lpstr>Wingdings 3</vt:lpstr>
      <vt:lpstr>Madison</vt:lpstr>
      <vt:lpstr>Backup/ Restore MongoDB baze podataka</vt:lpstr>
      <vt:lpstr>Sadržaj</vt:lpstr>
      <vt:lpstr>Uvod</vt:lpstr>
      <vt:lpstr>Oporavak</vt:lpstr>
      <vt:lpstr>MongoDB</vt:lpstr>
      <vt:lpstr>Načini oporavka u MongoDB</vt:lpstr>
      <vt:lpstr>Atlas Backup</vt:lpstr>
      <vt:lpstr>Cloud/ Ops Manager</vt:lpstr>
      <vt:lpstr>Snapshot fajl sistema</vt:lpstr>
      <vt:lpstr>Mongodump/ mongorestore</vt:lpstr>
      <vt:lpstr>Pregled</vt:lpstr>
      <vt:lpstr>Hvala na pažnji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Interna struktura i organizacija indeksa kod MongoDB baze podataka </dc:title>
  <dc:creator>anita.al1711@gmail.com</dc:creator>
  <cp:lastModifiedBy>Kristina Joksimović</cp:lastModifiedBy>
  <cp:revision>194</cp:revision>
  <dcterms:created xsi:type="dcterms:W3CDTF">2025-11-13T13:27:34Z</dcterms:created>
  <dcterms:modified xsi:type="dcterms:W3CDTF">2025-11-14T02:51:08Z</dcterms:modified>
</cp:coreProperties>
</file>